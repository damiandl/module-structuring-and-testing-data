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8" r:id="rId2"/>
    <p:sldId id="256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7BAF1-3490-4D73-AE8F-49568589469B}" v="3" dt="2026-02-14T09:44:37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an Dunkley" userId="907ed088ae8cbf77" providerId="LiveId" clId="{993D28F8-7E46-421F-9958-E6B6138E089C}"/>
    <pc:docChg chg="delSld modSld">
      <pc:chgData name="Damian Dunkley" userId="907ed088ae8cbf77" providerId="LiveId" clId="{993D28F8-7E46-421F-9958-E6B6138E089C}" dt="2026-02-14T09:45:50.310" v="25" actId="20577"/>
      <pc:docMkLst>
        <pc:docMk/>
      </pc:docMkLst>
      <pc:sldChg chg="modSp mod">
        <pc:chgData name="Damian Dunkley" userId="907ed088ae8cbf77" providerId="LiveId" clId="{993D28F8-7E46-421F-9958-E6B6138E089C}" dt="2026-02-14T09:45:50.310" v="25" actId="20577"/>
        <pc:sldMkLst>
          <pc:docMk/>
          <pc:sldMk cId="1907096140" sldId="2567"/>
        </pc:sldMkLst>
        <pc:spChg chg="mod">
          <ac:chgData name="Damian Dunkley" userId="907ed088ae8cbf77" providerId="LiveId" clId="{993D28F8-7E46-421F-9958-E6B6138E089C}" dt="2026-02-14T09:45:50.310" v="25" actId="20577"/>
          <ac:spMkLst>
            <pc:docMk/>
            <pc:sldMk cId="1907096140" sldId="2567"/>
            <ac:spMk id="2" creationId="{563AFA2B-F611-9DC4-43F3-94607FC0F54C}"/>
          </ac:spMkLst>
        </pc:spChg>
      </pc:sldChg>
      <pc:sldChg chg="del">
        <pc:chgData name="Damian Dunkley" userId="907ed088ae8cbf77" providerId="LiveId" clId="{993D28F8-7E46-421F-9958-E6B6138E089C}" dt="2026-02-14T09:33:32.426" v="0" actId="47"/>
        <pc:sldMkLst>
          <pc:docMk/>
          <pc:sldMk cId="2198113365" sldId="25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F8495-B22E-425D-8F3D-817C9857A115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492B1-A656-40C7-998C-6FE47E793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428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029A541-93A4-4D45-827B-33E68795B9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7678" y="1818628"/>
            <a:ext cx="11179389" cy="4081095"/>
          </a:xfrm>
          <a:prstGeom prst="rect">
            <a:avLst/>
          </a:prstGeom>
        </p:spPr>
        <p:txBody>
          <a:bodyPr lIns="0" tIns="0" rIns="0" bIns="0"/>
          <a:lstStyle>
            <a:lvl1pPr>
              <a:spcAft>
                <a:spcPts val="600"/>
              </a:spcAft>
              <a:defRPr sz="1000">
                <a:solidFill>
                  <a:schemeClr val="accent6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accent6">
                    <a:lumMod val="25000"/>
                  </a:schemeClr>
                </a:solidFill>
              </a:defRPr>
            </a:lvl2pPr>
            <a:lvl3pPr>
              <a:defRPr sz="1000">
                <a:solidFill>
                  <a:schemeClr val="accent6">
                    <a:lumMod val="25000"/>
                  </a:schemeClr>
                </a:solidFill>
              </a:defRPr>
            </a:lvl3pPr>
            <a:lvl4pPr>
              <a:defRPr sz="1000">
                <a:solidFill>
                  <a:schemeClr val="accent6">
                    <a:lumMod val="25000"/>
                  </a:schemeClr>
                </a:solidFill>
              </a:defRPr>
            </a:lvl4pPr>
            <a:lvl5pPr>
              <a:defRPr sz="1000">
                <a:solidFill>
                  <a:schemeClr val="accent6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Insert body copy here</a:t>
            </a:r>
          </a:p>
        </p:txBody>
      </p:sp>
      <p:sp>
        <p:nvSpPr>
          <p:cNvPr id="5" name="Title Placeholder 11">
            <a:extLst>
              <a:ext uri="{FF2B5EF4-FFF2-40B4-BE49-F238E27FC236}">
                <a16:creationId xmlns:a16="http://schemas.microsoft.com/office/drawing/2014/main" id="{6C4FE293-567A-8E41-9B4C-550655F1F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522" y="542400"/>
            <a:ext cx="7537449" cy="3861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600" b="1">
                <a:solidFill>
                  <a:schemeClr val="accent1"/>
                </a:solidFill>
                <a:latin typeface="+mj-lt"/>
                <a:cs typeface="Tahoma"/>
              </a:defRPr>
            </a:lvl1pPr>
          </a:lstStyle>
          <a:p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6ACB9B9-CA7F-6148-9D87-A9DDD632F0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489" y="926400"/>
            <a:ext cx="7537449" cy="3861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1600" b="0" smtClean="0">
                <a:solidFill>
                  <a:schemeClr val="accent2"/>
                </a:solidFill>
                <a:latin typeface="+mj-lt"/>
                <a:ea typeface="+mj-ea"/>
                <a:cs typeface="Tahoma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US"/>
            </a:lvl5pPr>
          </a:lstStyle>
          <a:p>
            <a:pPr lvl="0" defTabSz="914400">
              <a:spcBef>
                <a:spcPct val="0"/>
              </a:spcBef>
            </a:pPr>
            <a:r>
              <a:rPr lang="en-GB" dirty="0"/>
              <a:t>Presentation sub-title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92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CEB6D00-5A42-4FC9-AE4D-E997EC8284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7677" y="1818628"/>
            <a:ext cx="5472856" cy="426671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accent6">
                    <a:lumMod val="25000"/>
                  </a:schemeClr>
                </a:solidFill>
              </a:defRPr>
            </a:lvl2pPr>
            <a:lvl3pPr>
              <a:defRPr sz="1000">
                <a:solidFill>
                  <a:schemeClr val="accent6">
                    <a:lumMod val="25000"/>
                  </a:schemeClr>
                </a:solidFill>
              </a:defRPr>
            </a:lvl3pPr>
            <a:lvl4pPr>
              <a:defRPr sz="1000">
                <a:solidFill>
                  <a:schemeClr val="accent6">
                    <a:lumMod val="25000"/>
                  </a:schemeClr>
                </a:solidFill>
              </a:defRPr>
            </a:lvl4pPr>
            <a:lvl5pPr>
              <a:defRPr sz="1000">
                <a:solidFill>
                  <a:schemeClr val="accent6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Insert body copy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73C7CC0-C9F1-45D0-888D-AC38010DD2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1464" y="1816725"/>
            <a:ext cx="5472853" cy="426861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accent6">
                    <a:lumMod val="25000"/>
                  </a:schemeClr>
                </a:solidFill>
              </a:defRPr>
            </a:lvl2pPr>
            <a:lvl3pPr>
              <a:defRPr sz="1000">
                <a:solidFill>
                  <a:schemeClr val="accent6">
                    <a:lumMod val="25000"/>
                  </a:schemeClr>
                </a:solidFill>
              </a:defRPr>
            </a:lvl3pPr>
            <a:lvl4pPr>
              <a:defRPr sz="1000">
                <a:solidFill>
                  <a:schemeClr val="accent6">
                    <a:lumMod val="25000"/>
                  </a:schemeClr>
                </a:solidFill>
              </a:defRPr>
            </a:lvl4pPr>
            <a:lvl5pPr>
              <a:defRPr sz="1000">
                <a:solidFill>
                  <a:schemeClr val="accent6">
                    <a:lumMod val="25000"/>
                  </a:schemeClr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Body copy is split into 2 columns for ease of reading.</a:t>
            </a:r>
          </a:p>
          <a:p>
            <a:pPr lvl="0"/>
            <a:endParaRPr lang="en-US" dirty="0"/>
          </a:p>
        </p:txBody>
      </p:sp>
      <p:sp>
        <p:nvSpPr>
          <p:cNvPr id="8" name="Title Placeholder 11">
            <a:extLst>
              <a:ext uri="{FF2B5EF4-FFF2-40B4-BE49-F238E27FC236}">
                <a16:creationId xmlns:a16="http://schemas.microsoft.com/office/drawing/2014/main" id="{22887C5B-9D3B-5644-AD4D-3C302ED12A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522" y="542400"/>
            <a:ext cx="7537449" cy="3861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600" b="1">
                <a:solidFill>
                  <a:schemeClr val="accent1"/>
                </a:solidFill>
                <a:latin typeface="+mj-lt"/>
                <a:cs typeface="Tahoma"/>
              </a:defRPr>
            </a:lvl1pPr>
          </a:lstStyle>
          <a:p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34F2CDE-7FA2-9241-A4A5-0930A7504B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489" y="926400"/>
            <a:ext cx="7537449" cy="3861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1600" b="0" smtClean="0">
                <a:solidFill>
                  <a:schemeClr val="accent2"/>
                </a:solidFill>
                <a:latin typeface="+mj-lt"/>
                <a:ea typeface="+mj-ea"/>
                <a:cs typeface="Tahoma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US"/>
            </a:lvl5pPr>
          </a:lstStyle>
          <a:p>
            <a:pPr lvl="0" defTabSz="914400">
              <a:spcBef>
                <a:spcPct val="0"/>
              </a:spcBef>
            </a:pPr>
            <a:r>
              <a:rPr lang="en-GB" dirty="0"/>
              <a:t>Presentation sub-title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49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E43AD0C-1208-41B2-8349-6ECCFE7D0B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7677" y="1818627"/>
            <a:ext cx="3593256" cy="426186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accent6">
                    <a:lumMod val="25000"/>
                  </a:schemeClr>
                </a:solidFill>
              </a:defRPr>
            </a:lvl2pPr>
            <a:lvl3pPr>
              <a:defRPr sz="1000">
                <a:solidFill>
                  <a:schemeClr val="accent6">
                    <a:lumMod val="25000"/>
                  </a:schemeClr>
                </a:solidFill>
              </a:defRPr>
            </a:lvl3pPr>
            <a:lvl4pPr>
              <a:defRPr sz="1000">
                <a:solidFill>
                  <a:schemeClr val="accent6">
                    <a:lumMod val="25000"/>
                  </a:schemeClr>
                </a:solidFill>
              </a:defRPr>
            </a:lvl4pPr>
            <a:lvl5pPr>
              <a:defRPr sz="1000">
                <a:solidFill>
                  <a:schemeClr val="accent6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Insert body copy here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542F61F-9443-41AE-AA20-4B6D9BF927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60563" y="1816725"/>
            <a:ext cx="3593256" cy="4261861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accent6">
                    <a:lumMod val="25000"/>
                  </a:schemeClr>
                </a:solidFill>
              </a:defRPr>
            </a:lvl2pPr>
            <a:lvl3pPr>
              <a:defRPr sz="1000">
                <a:solidFill>
                  <a:schemeClr val="accent6">
                    <a:lumMod val="25000"/>
                  </a:schemeClr>
                </a:solidFill>
              </a:defRPr>
            </a:lvl3pPr>
            <a:lvl4pPr>
              <a:defRPr sz="1000">
                <a:solidFill>
                  <a:schemeClr val="accent6">
                    <a:lumMod val="25000"/>
                  </a:schemeClr>
                </a:solidFill>
              </a:defRPr>
            </a:lvl4pPr>
            <a:lvl5pPr>
              <a:defRPr sz="1000">
                <a:solidFill>
                  <a:schemeClr val="accent6">
                    <a:lumMod val="25000"/>
                  </a:schemeClr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Body copy is split into 3 columns for ease of reading.</a:t>
            </a:r>
          </a:p>
          <a:p>
            <a:pPr lvl="0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104D4B2-3637-485E-9542-3AA49FD5A34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16967" y="1818625"/>
            <a:ext cx="3593256" cy="425996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6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accent6">
                    <a:lumMod val="25000"/>
                  </a:schemeClr>
                </a:solidFill>
              </a:defRPr>
            </a:lvl2pPr>
            <a:lvl3pPr>
              <a:defRPr sz="1000">
                <a:solidFill>
                  <a:schemeClr val="accent6">
                    <a:lumMod val="25000"/>
                  </a:schemeClr>
                </a:solidFill>
              </a:defRPr>
            </a:lvl3pPr>
            <a:lvl4pPr>
              <a:defRPr sz="1000">
                <a:solidFill>
                  <a:schemeClr val="accent6">
                    <a:lumMod val="25000"/>
                  </a:schemeClr>
                </a:solidFill>
              </a:defRPr>
            </a:lvl4pPr>
            <a:lvl5pPr>
              <a:defRPr sz="1000">
                <a:solidFill>
                  <a:schemeClr val="accent6">
                    <a:lumMod val="25000"/>
                  </a:schemeClr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Body copy is split into 3 columns for ease of reading.</a:t>
            </a:r>
          </a:p>
          <a:p>
            <a:pPr lvl="0"/>
            <a:endParaRPr lang="en-US" dirty="0"/>
          </a:p>
        </p:txBody>
      </p:sp>
      <p:sp>
        <p:nvSpPr>
          <p:cNvPr id="10" name="Title Placeholder 11">
            <a:extLst>
              <a:ext uri="{FF2B5EF4-FFF2-40B4-BE49-F238E27FC236}">
                <a16:creationId xmlns:a16="http://schemas.microsoft.com/office/drawing/2014/main" id="{DBEED45C-32FB-8540-9136-B7F3B1B826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522" y="542400"/>
            <a:ext cx="7537449" cy="3861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600" b="1">
                <a:solidFill>
                  <a:schemeClr val="accent1"/>
                </a:solidFill>
                <a:latin typeface="+mj-lt"/>
                <a:cs typeface="Tahoma"/>
              </a:defRPr>
            </a:lvl1pPr>
          </a:lstStyle>
          <a:p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B9AD29B-6449-9149-BFC5-928896A12A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489" y="926400"/>
            <a:ext cx="7537449" cy="3861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GB" sz="1600" b="0" smtClean="0">
                <a:solidFill>
                  <a:schemeClr val="accent2"/>
                </a:solidFill>
                <a:latin typeface="+mj-lt"/>
                <a:ea typeface="+mj-ea"/>
                <a:cs typeface="Tahoma"/>
              </a:defRPr>
            </a:lvl1pPr>
            <a:lvl2pPr>
              <a:defRPr lang="en-GB" smtClean="0"/>
            </a:lvl2pPr>
            <a:lvl3pPr>
              <a:defRPr lang="en-GB" smtClean="0"/>
            </a:lvl3pPr>
            <a:lvl4pPr>
              <a:defRPr lang="en-GB" smtClean="0"/>
            </a:lvl4pPr>
            <a:lvl5pPr>
              <a:defRPr lang="en-US"/>
            </a:lvl5pPr>
          </a:lstStyle>
          <a:p>
            <a:pPr lvl="0" defTabSz="914400">
              <a:spcBef>
                <a:spcPct val="0"/>
              </a:spcBef>
            </a:pPr>
            <a:r>
              <a:rPr lang="en-GB" dirty="0"/>
              <a:t>Presentation sub-title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836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2CC3-563E-4DC8-979A-C4C8743D0CEF}" type="datetime1">
              <a:rPr lang="en-US" smtClean="0"/>
              <a:t>2/14/2026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3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643C46C1-0F34-0FA0-F8D1-615266D0A3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773" y="174058"/>
            <a:ext cx="2493582" cy="78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8616EA-DDDE-EE49-ADCD-2CDFD2BB25BD}"/>
              </a:ext>
            </a:extLst>
          </p:cNvPr>
          <p:cNvSpPr/>
          <p:nvPr userDrawn="1"/>
        </p:nvSpPr>
        <p:spPr>
          <a:xfrm>
            <a:off x="11541015" y="6587102"/>
            <a:ext cx="150682" cy="107722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/>
          <a:p>
            <a:fld id="{F9EEDEC3-62C2-4363-BB26-E6EA1895165E}" type="slidenum">
              <a:rPr lang="en-GB" sz="700" b="1" i="0" smtClean="0">
                <a:solidFill>
                  <a:schemeClr val="tx2"/>
                </a:solidFill>
                <a:latin typeface="+mn-lt"/>
                <a:cs typeface="Tahoma"/>
              </a:rPr>
              <a:pPr/>
              <a:t>‹#›</a:t>
            </a:fld>
            <a:endParaRPr lang="en-GB" sz="700" b="1" i="0" dirty="0">
              <a:solidFill>
                <a:schemeClr val="tx2"/>
              </a:solidFill>
              <a:latin typeface="+mn-l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29800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600" b="1" i="0" kern="1200" baseline="0">
          <a:solidFill>
            <a:srgbClr val="715AA3"/>
          </a:solidFill>
          <a:latin typeface="Tahoma"/>
          <a:ea typeface="+mj-ea"/>
          <a:cs typeface="Tahoma"/>
        </a:defRPr>
      </a:lvl1pPr>
    </p:titleStyle>
    <p:bodyStyle>
      <a:lvl1pPr marL="0" marR="0" indent="0" algn="l" defTabSz="4572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100" b="0" i="0" kern="1200" baseline="0">
          <a:solidFill>
            <a:schemeClr val="tx1"/>
          </a:solidFill>
          <a:latin typeface="Tahoma"/>
          <a:ea typeface="+mn-ea"/>
          <a:cs typeface="Tahoma"/>
        </a:defRPr>
      </a:lvl1pPr>
      <a:lvl2pPr marL="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1100" b="0" i="0" kern="1200" baseline="0">
          <a:solidFill>
            <a:schemeClr val="tx1"/>
          </a:solidFill>
          <a:latin typeface="Tahoma"/>
          <a:ea typeface="+mn-ea"/>
          <a:cs typeface="Tahoma"/>
        </a:defRPr>
      </a:lvl2pPr>
      <a:lvl3pPr marL="180975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b="0" i="0" kern="1200" baseline="0">
          <a:solidFill>
            <a:schemeClr val="tx1"/>
          </a:solidFill>
          <a:latin typeface="Tahoma"/>
          <a:ea typeface="+mn-ea"/>
          <a:cs typeface="Tahoma"/>
        </a:defRPr>
      </a:lvl3pPr>
      <a:lvl4pPr marL="355600" indent="-17462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b="0" i="0" kern="1200" baseline="0">
          <a:solidFill>
            <a:schemeClr val="tx1"/>
          </a:solidFill>
          <a:latin typeface="Tahoma"/>
          <a:ea typeface="+mn-ea"/>
          <a:cs typeface="Tahoma"/>
        </a:defRPr>
      </a:lvl4pPr>
      <a:lvl5pPr marL="536575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b="0" i="0" kern="1200" baseline="0">
          <a:solidFill>
            <a:schemeClr val="tx1"/>
          </a:solidFill>
          <a:latin typeface="Tahoma"/>
          <a:ea typeface="+mn-ea"/>
          <a:cs typeface="Tahoma"/>
        </a:defRPr>
      </a:lvl5pPr>
      <a:lvl6pPr marL="719138" indent="-182563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ahoma"/>
          <a:ea typeface="+mn-ea"/>
          <a:cs typeface="Tahoma"/>
        </a:defRPr>
      </a:lvl6pPr>
      <a:lvl7pPr marL="900113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ahoma"/>
          <a:ea typeface="+mn-ea"/>
          <a:cs typeface="Tahoma"/>
        </a:defRPr>
      </a:lvl7pPr>
      <a:lvl8pPr marL="1074738" indent="-17462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ahoma"/>
          <a:ea typeface="+mn-ea"/>
          <a:cs typeface="Tahoma"/>
        </a:defRPr>
      </a:lvl8pPr>
      <a:lvl9pPr marL="1255713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Tahoma"/>
          <a:ea typeface="+mn-ea"/>
          <a:cs typeface="Tahom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C5F9DE9-7BFA-6A1A-31D8-52A15A837C88}"/>
              </a:ext>
            </a:extLst>
          </p:cNvPr>
          <p:cNvSpPr txBox="1">
            <a:spLocks/>
          </p:cNvSpPr>
          <p:nvPr/>
        </p:nvSpPr>
        <p:spPr>
          <a:xfrm>
            <a:off x="781318" y="1644784"/>
            <a:ext cx="5314682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Using Structuring and Testing Data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Module 2 /Sprint 2</a:t>
            </a:r>
            <a:b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How it works and Tips</a:t>
            </a: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496A3D9-53EF-4BB9-6B34-AE66FE35298F}"/>
              </a:ext>
            </a:extLst>
          </p:cNvPr>
          <p:cNvSpPr txBox="1">
            <a:spLocks/>
          </p:cNvSpPr>
          <p:nvPr/>
        </p:nvSpPr>
        <p:spPr>
          <a:xfrm>
            <a:off x="781318" y="3429000"/>
            <a:ext cx="5314682" cy="34323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|</a:t>
            </a:r>
            <a:r>
              <a:rPr lang="en-GB" sz="1800" noProof="0" dirty="0">
                <a:latin typeface="Aptos" panose="02110004020202020204"/>
              </a:rPr>
              <a:t>Saturday 14</a:t>
            </a:r>
            <a:r>
              <a:rPr lang="en-GB" sz="1800" baseline="30000" noProof="0" dirty="0">
                <a:latin typeface="Aptos" panose="02110004020202020204"/>
              </a:rPr>
              <a:t>th</a:t>
            </a:r>
            <a:r>
              <a:rPr lang="en-GB" sz="1800" noProof="0" dirty="0">
                <a:latin typeface="Aptos" panose="02110004020202020204"/>
              </a:rPr>
              <a:t> February 2026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Jan 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580D95-7982-6AC8-A1E2-7DE670B73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14" y="1411514"/>
            <a:ext cx="5138058" cy="342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0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3AFA2B-F611-9DC4-43F3-94607FC0F5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10:00 Intro,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ahom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10:05 Energiser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ahoma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10:25- </a:t>
            </a:r>
            <a:r>
              <a:rPr lang="en-GB" sz="1800" b="1" dirty="0">
                <a:solidFill>
                  <a:srgbClr val="1D1C1D"/>
                </a:solidFill>
                <a:latin typeface="Arial" panose="020B0604020202020204" pitchFamily="34" charset="0"/>
              </a:rPr>
              <a:t>Agenda  </a:t>
            </a:r>
            <a:r>
              <a:rPr lang="en-GB" sz="1800" dirty="0">
                <a:solidFill>
                  <a:srgbClr val="1D1C1D"/>
                </a:solidFill>
                <a:latin typeface="Arial" panose="020B0604020202020204" pitchFamily="34" charset="0"/>
              </a:rPr>
              <a:t>&amp; </a:t>
            </a: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Nominate a  Facilitator &amp; Timekeeper for Module2/Sprint 3 (21st Feb)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10:40 -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Problem Solving workshop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: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ahoma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break(10min)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ahoma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ahoma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11:50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-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Time traveller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(Ameneh and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Donara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) 1 hr min.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i="0" u="sng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break(10min)</a:t>
            </a:r>
            <a:endParaRPr kumimoji="0" lang="en-GB" sz="180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ahom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ahom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13:00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-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Lunch Community</a:t>
            </a: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16B31C-4192-3B74-A857-5D3A5F117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noProof="0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05998-23D7-D7F8-C0D0-61DD032150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000" noProof="0" dirty="0"/>
              <a:t>Saturday 14</a:t>
            </a:r>
            <a:r>
              <a:rPr lang="en-GB" sz="2000" baseline="30000" noProof="0" dirty="0"/>
              <a:t>th</a:t>
            </a:r>
            <a:r>
              <a:rPr lang="en-GB" sz="2000" noProof="0" dirty="0"/>
              <a:t> February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1C8CA-B4CB-048E-2933-E1A87AB48C95}"/>
              </a:ext>
            </a:extLst>
          </p:cNvPr>
          <p:cNvSpPr txBox="1"/>
          <p:nvPr/>
        </p:nvSpPr>
        <p:spPr>
          <a:xfrm>
            <a:off x="479522" y="1434628"/>
            <a:ext cx="5472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lIns="0" tIns="0" rIns="0" bIns="0" rtlCol="0">
            <a:noAutofit/>
          </a:bodyPr>
          <a:lstStyle/>
          <a:p>
            <a:r>
              <a:rPr lang="en-GB" noProof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Morning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436CD-5EDE-6DCB-D541-AC53F68C79B3}"/>
              </a:ext>
            </a:extLst>
          </p:cNvPr>
          <p:cNvSpPr txBox="1"/>
          <p:nvPr/>
        </p:nvSpPr>
        <p:spPr>
          <a:xfrm>
            <a:off x="6231464" y="1432725"/>
            <a:ext cx="5472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lIns="0" tIns="0" rIns="0" bIns="0" rtlCol="0">
            <a:noAutofit/>
          </a:bodyPr>
          <a:lstStyle/>
          <a:p>
            <a:r>
              <a:rPr lang="en-GB" noProof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Afternoon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AD0368E-95B3-1FED-E5DA-DB52B2DCA1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30938" y="1816100"/>
            <a:ext cx="5473700" cy="4268788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14:00 - 🔗 Stand Up: </a:t>
            </a: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read and understand, practise in the next session.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break(10min)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14:40 - Katas: </a:t>
            </a: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Mob programming(Collaborative tables and solving problem, practising stand ups after completed 1 kata. Then one of the table shares how the code was completed.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break(10min)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15:50 - Guided PR: </a:t>
            </a: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Live demo of the command line, cloning, branching, workflow, followed by table-based practice. Each table completes one exercise to align with the logic. After sharing their results, trainees can continue working independently to finish their individual tasks.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or we can jump to the study group! </a:t>
            </a:r>
            <a:b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</a:br>
            <a:endParaRPr kumimoji="0" lang="en-GB" sz="1800" i="0" u="none" strike="noStrike" kern="1200" cap="none" spc="0" normalizeH="0" baseline="0" noProof="0" dirty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Tahoma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16:40 - Wrapping up. </a:t>
            </a: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Tahoma"/>
              </a:rPr>
              <a:t>Cleaning and leaving the space tidy.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07096140"/>
      </p:ext>
    </p:extLst>
  </p:cSld>
  <p:clrMapOvr>
    <a:masterClrMapping/>
  </p:clrMapOvr>
</p:sld>
</file>

<file path=ppt/theme/theme1.xml><?xml version="1.0" encoding="utf-8"?>
<a:theme xmlns:a="http://schemas.openxmlformats.org/drawingml/2006/main" name="2_Main master">
  <a:themeElements>
    <a:clrScheme name="Custom 4">
      <a:dk1>
        <a:srgbClr val="000000"/>
      </a:dk1>
      <a:lt1>
        <a:srgbClr val="FFFFFF"/>
      </a:lt1>
      <a:dk2>
        <a:srgbClr val="818387"/>
      </a:dk2>
      <a:lt2>
        <a:srgbClr val="D0D0D0"/>
      </a:lt2>
      <a:accent1>
        <a:srgbClr val="0A9C82"/>
      </a:accent1>
      <a:accent2>
        <a:srgbClr val="7159A3"/>
      </a:accent2>
      <a:accent3>
        <a:srgbClr val="818387"/>
      </a:accent3>
      <a:accent4>
        <a:srgbClr val="D0D0D0"/>
      </a:accent4>
      <a:accent5>
        <a:srgbClr val="073B4C"/>
      </a:accent5>
      <a:accent6>
        <a:srgbClr val="818387"/>
      </a:accent6>
      <a:hlink>
        <a:srgbClr val="7558A7"/>
      </a:hlink>
      <a:folHlink>
        <a:srgbClr val="7159A3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100" dirty="0" err="1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penreach PPT template 4x3.pptx  -  Read-Only" id="{2319451D-B40D-4EF7-888E-2526647CFBC9}" vid="{2BF98DE4-DB82-4752-A277-6B88A2AEAC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Tahoma</vt:lpstr>
      <vt:lpstr>2_Main master</vt:lpstr>
      <vt:lpstr>PowerPoint Presentation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Damian Dunkley</dc:creator>
  <cp:lastModifiedBy>Damian Dunkley</cp:lastModifiedBy>
  <cp:revision>1</cp:revision>
  <dcterms:created xsi:type="dcterms:W3CDTF">2026-02-13T10:05:37Z</dcterms:created>
  <dcterms:modified xsi:type="dcterms:W3CDTF">2026-02-14T09:45:53Z</dcterms:modified>
</cp:coreProperties>
</file>