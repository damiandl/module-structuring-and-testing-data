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
  </p:notesMasterIdLst>
  <p:sldIdLst>
    <p:sldId id="256" r:id="rId3"/>
    <p:sldId id="268" r:id="rId4"/>
    <p:sldId id="2565" r:id="rId5"/>
    <p:sldId id="2566" r:id="rId6"/>
    <p:sldId id="2564" r:id="rId7"/>
    <p:sldId id="267"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50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6DF6B9-56E3-417F-A36A-131245EA861C}" v="42" dt="2026-02-12T17:51:34.0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7" autoAdjust="0"/>
    <p:restoredTop sz="94660"/>
  </p:normalViewPr>
  <p:slideViewPr>
    <p:cSldViewPr snapToGrid="0">
      <p:cViewPr varScale="1">
        <p:scale>
          <a:sx n="74" d="100"/>
          <a:sy n="74" d="100"/>
        </p:scale>
        <p:origin x="138"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mian Dunkley" userId="907ed088ae8cbf77" providerId="LiveId" clId="{993D28F8-7E46-421F-9958-E6B6138E089C}"/>
    <pc:docChg chg="undo custSel addSld modSld">
      <pc:chgData name="Damian Dunkley" userId="907ed088ae8cbf77" providerId="LiveId" clId="{993D28F8-7E46-421F-9958-E6B6138E089C}" dt="2026-02-12T17:55:45.398" v="1776" actId="680"/>
      <pc:docMkLst>
        <pc:docMk/>
      </pc:docMkLst>
      <pc:sldChg chg="delSp modSp mod">
        <pc:chgData name="Damian Dunkley" userId="907ed088ae8cbf77" providerId="LiveId" clId="{993D28F8-7E46-421F-9958-E6B6138E089C}" dt="2026-02-11T14:36:02.056" v="56" actId="313"/>
        <pc:sldMkLst>
          <pc:docMk/>
          <pc:sldMk cId="3540527310" sldId="2564"/>
        </pc:sldMkLst>
        <pc:spChg chg="mod">
          <ac:chgData name="Damian Dunkley" userId="907ed088ae8cbf77" providerId="LiveId" clId="{993D28F8-7E46-421F-9958-E6B6138E089C}" dt="2026-02-11T14:31:02.997" v="1" actId="1076"/>
          <ac:spMkLst>
            <pc:docMk/>
            <pc:sldMk cId="3540527310" sldId="2564"/>
            <ac:spMk id="11" creationId="{4A7846EB-8EC4-4E5B-B3FE-4C8A3AE52CDD}"/>
          </ac:spMkLst>
        </pc:spChg>
        <pc:spChg chg="mod">
          <ac:chgData name="Damian Dunkley" userId="907ed088ae8cbf77" providerId="LiveId" clId="{993D28F8-7E46-421F-9958-E6B6138E089C}" dt="2026-02-11T14:31:02.997" v="1" actId="1076"/>
          <ac:spMkLst>
            <pc:docMk/>
            <pc:sldMk cId="3540527310" sldId="2564"/>
            <ac:spMk id="12" creationId="{32F08A8D-3375-47E5-B9DD-DB1F1F1820AD}"/>
          </ac:spMkLst>
        </pc:spChg>
        <pc:spChg chg="mod">
          <ac:chgData name="Damian Dunkley" userId="907ed088ae8cbf77" providerId="LiveId" clId="{993D28F8-7E46-421F-9958-E6B6138E089C}" dt="2026-02-11T14:31:02.997" v="1" actId="1076"/>
          <ac:spMkLst>
            <pc:docMk/>
            <pc:sldMk cId="3540527310" sldId="2564"/>
            <ac:spMk id="15" creationId="{429EC795-DDB9-478A-915D-5C1C2E394E8A}"/>
          </ac:spMkLst>
        </pc:spChg>
        <pc:spChg chg="mod">
          <ac:chgData name="Damian Dunkley" userId="907ed088ae8cbf77" providerId="LiveId" clId="{993D28F8-7E46-421F-9958-E6B6138E089C}" dt="2026-02-11T14:31:02.997" v="1" actId="1076"/>
          <ac:spMkLst>
            <pc:docMk/>
            <pc:sldMk cId="3540527310" sldId="2564"/>
            <ac:spMk id="16" creationId="{2B98D7FA-9E4E-48B2-B251-86933E1A38F9}"/>
          </ac:spMkLst>
        </pc:spChg>
        <pc:spChg chg="mod">
          <ac:chgData name="Damian Dunkley" userId="907ed088ae8cbf77" providerId="LiveId" clId="{993D28F8-7E46-421F-9958-E6B6138E089C}" dt="2026-02-11T14:31:02.997" v="1" actId="1076"/>
          <ac:spMkLst>
            <pc:docMk/>
            <pc:sldMk cId="3540527310" sldId="2564"/>
            <ac:spMk id="17" creationId="{43C09A0B-C359-4B87-AD56-1AD9B2148BD0}"/>
          </ac:spMkLst>
        </pc:spChg>
        <pc:spChg chg="mod">
          <ac:chgData name="Damian Dunkley" userId="907ed088ae8cbf77" providerId="LiveId" clId="{993D28F8-7E46-421F-9958-E6B6138E089C}" dt="2026-02-11T14:36:02.056" v="56" actId="313"/>
          <ac:spMkLst>
            <pc:docMk/>
            <pc:sldMk cId="3540527310" sldId="2564"/>
            <ac:spMk id="18" creationId="{665B0E71-BE45-4C34-9F7B-3E13AC29D272}"/>
          </ac:spMkLst>
        </pc:spChg>
        <pc:spChg chg="del">
          <ac:chgData name="Damian Dunkley" userId="907ed088ae8cbf77" providerId="LiveId" clId="{993D28F8-7E46-421F-9958-E6B6138E089C}" dt="2026-02-11T14:30:50.991" v="0" actId="478"/>
          <ac:spMkLst>
            <pc:docMk/>
            <pc:sldMk cId="3540527310" sldId="2564"/>
            <ac:spMk id="22" creationId="{21ABE457-F68F-86E7-859F-963971CA522D}"/>
          </ac:spMkLst>
        </pc:spChg>
      </pc:sldChg>
      <pc:sldChg chg="addSp delSp modSp mod">
        <pc:chgData name="Damian Dunkley" userId="907ed088ae8cbf77" providerId="LiveId" clId="{993D28F8-7E46-421F-9958-E6B6138E089C}" dt="2026-02-12T17:54:18.980" v="1775" actId="20577"/>
        <pc:sldMkLst>
          <pc:docMk/>
          <pc:sldMk cId="4071300578" sldId="2565"/>
        </pc:sldMkLst>
        <pc:spChg chg="mod">
          <ac:chgData name="Damian Dunkley" userId="907ed088ae8cbf77" providerId="LiveId" clId="{993D28F8-7E46-421F-9958-E6B6138E089C}" dt="2026-02-12T17:48:50.653" v="1477" actId="20577"/>
          <ac:spMkLst>
            <pc:docMk/>
            <pc:sldMk cId="4071300578" sldId="2565"/>
            <ac:spMk id="2" creationId="{21F945AB-5D04-9875-921C-FD2E9151D464}"/>
          </ac:spMkLst>
        </pc:spChg>
        <pc:spChg chg="del mod">
          <ac:chgData name="Damian Dunkley" userId="907ed088ae8cbf77" providerId="LiveId" clId="{993D28F8-7E46-421F-9958-E6B6138E089C}" dt="2026-02-12T17:32:18.374" v="487" actId="478"/>
          <ac:spMkLst>
            <pc:docMk/>
            <pc:sldMk cId="4071300578" sldId="2565"/>
            <ac:spMk id="3" creationId="{B9008E79-D5F3-6D29-220B-8F3AE01BF45B}"/>
          </ac:spMkLst>
        </pc:spChg>
        <pc:spChg chg="mod">
          <ac:chgData name="Damian Dunkley" userId="907ed088ae8cbf77" providerId="LiveId" clId="{993D28F8-7E46-421F-9958-E6B6138E089C}" dt="2026-02-12T17:52:06.381" v="1615" actId="14100"/>
          <ac:spMkLst>
            <pc:docMk/>
            <pc:sldMk cId="4071300578" sldId="2565"/>
            <ac:spMk id="4" creationId="{15DE25BB-9F92-FA60-1225-CBAFDFB8ACE3}"/>
          </ac:spMkLst>
        </pc:spChg>
        <pc:spChg chg="mod">
          <ac:chgData name="Damian Dunkley" userId="907ed088ae8cbf77" providerId="LiveId" clId="{993D28F8-7E46-421F-9958-E6B6138E089C}" dt="2026-02-12T17:52:06.381" v="1615" actId="14100"/>
          <ac:spMkLst>
            <pc:docMk/>
            <pc:sldMk cId="4071300578" sldId="2565"/>
            <ac:spMk id="5" creationId="{5C5AA5B3-6663-EE89-4F85-3542F72E1143}"/>
          </ac:spMkLst>
        </pc:spChg>
        <pc:spChg chg="add mod">
          <ac:chgData name="Damian Dunkley" userId="907ed088ae8cbf77" providerId="LiveId" clId="{993D28F8-7E46-421F-9958-E6B6138E089C}" dt="2026-02-12T17:44:01.482" v="1198" actId="1076"/>
          <ac:spMkLst>
            <pc:docMk/>
            <pc:sldMk cId="4071300578" sldId="2565"/>
            <ac:spMk id="6" creationId="{D64D6624-1D16-2D48-CB07-3C33FF26E959}"/>
          </ac:spMkLst>
        </pc:spChg>
        <pc:spChg chg="add mod">
          <ac:chgData name="Damian Dunkley" userId="907ed088ae8cbf77" providerId="LiveId" clId="{993D28F8-7E46-421F-9958-E6B6138E089C}" dt="2026-02-12T17:50:16.869" v="1582" actId="20577"/>
          <ac:spMkLst>
            <pc:docMk/>
            <pc:sldMk cId="4071300578" sldId="2565"/>
            <ac:spMk id="7" creationId="{AB94F033-C7E6-F39B-CAF5-78A9181F4DA6}"/>
          </ac:spMkLst>
        </pc:spChg>
        <pc:spChg chg="add mod">
          <ac:chgData name="Damian Dunkley" userId="907ed088ae8cbf77" providerId="LiveId" clId="{993D28F8-7E46-421F-9958-E6B6138E089C}" dt="2026-02-12T17:44:13.661" v="1200" actId="408"/>
          <ac:spMkLst>
            <pc:docMk/>
            <pc:sldMk cId="4071300578" sldId="2565"/>
            <ac:spMk id="8" creationId="{96D6BD7E-50E9-DF87-88BB-4A8D33FF039C}"/>
          </ac:spMkLst>
        </pc:spChg>
        <pc:spChg chg="add mod">
          <ac:chgData name="Damian Dunkley" userId="907ed088ae8cbf77" providerId="LiveId" clId="{993D28F8-7E46-421F-9958-E6B6138E089C}" dt="2026-02-12T17:54:18.980" v="1775" actId="20577"/>
          <ac:spMkLst>
            <pc:docMk/>
            <pc:sldMk cId="4071300578" sldId="2565"/>
            <ac:spMk id="9" creationId="{49E70150-D4E1-C0D2-7190-C228B7C72D65}"/>
          </ac:spMkLst>
        </pc:spChg>
        <pc:spChg chg="add mod">
          <ac:chgData name="Damian Dunkley" userId="907ed088ae8cbf77" providerId="LiveId" clId="{993D28F8-7E46-421F-9958-E6B6138E089C}" dt="2026-02-12T17:44:06.810" v="1199" actId="1076"/>
          <ac:spMkLst>
            <pc:docMk/>
            <pc:sldMk cId="4071300578" sldId="2565"/>
            <ac:spMk id="10" creationId="{500A9323-2159-78B8-5F56-239C9A706308}"/>
          </ac:spMkLst>
        </pc:spChg>
      </pc:sldChg>
      <pc:sldChg chg="new">
        <pc:chgData name="Damian Dunkley" userId="907ed088ae8cbf77" providerId="LiveId" clId="{993D28F8-7E46-421F-9958-E6B6138E089C}" dt="2026-02-12T17:55:45.398" v="1776" actId="680"/>
        <pc:sldMkLst>
          <pc:docMk/>
          <pc:sldMk cId="4077263761" sldId="25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DC0EB0-8B89-48CE-BC97-73D0C5BA1473}" type="datetimeFigureOut">
              <a:rPr lang="en-GB" smtClean="0"/>
              <a:t>12/02/2026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98A165-52C4-4435-A068-874CA78F24EA}" type="slidenum">
              <a:rPr lang="en-GB" smtClean="0"/>
              <a:t>‹#›</a:t>
            </a:fld>
            <a:endParaRPr lang="en-GB"/>
          </a:p>
        </p:txBody>
      </p:sp>
    </p:spTree>
    <p:extLst>
      <p:ext uri="{BB962C8B-B14F-4D97-AF65-F5344CB8AC3E}">
        <p14:creationId xmlns:p14="http://schemas.microsoft.com/office/powerpoint/2010/main" val="4189820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98A165-52C4-4435-A068-874CA78F24EA}" type="slidenum">
              <a:rPr lang="en-GB" smtClean="0"/>
              <a:t>3</a:t>
            </a:fld>
            <a:endParaRPr lang="en-GB"/>
          </a:p>
        </p:txBody>
      </p:sp>
    </p:spTree>
    <p:extLst>
      <p:ext uri="{BB962C8B-B14F-4D97-AF65-F5344CB8AC3E}">
        <p14:creationId xmlns:p14="http://schemas.microsoft.com/office/powerpoint/2010/main" val="1660081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LinkedIn's algorithm prioritizes content that drives meaningful interactions such as comments and shares over passive actions like likes. It employs a two-phase filtration to weed out spam and prioritize relevant, high-quality content based on users’ interests, connections, and </a:t>
            </a:r>
            <a:r>
              <a:rPr lang="en-GB" noProof="0" dirty="0" err="1"/>
              <a:t>behavior</a:t>
            </a:r>
            <a:r>
              <a:rPr lang="en-GB" dirty="0"/>
              <a:t>. Research shows posts with rich media and consistent engagement within the first hour get amplified further, optimizing content reach. Understanding these mechanics can help tailor posts to maximize visibility among target audiences. 
 Image source: AI-generated</a:t>
            </a:r>
          </a:p>
        </p:txBody>
      </p:sp>
      <p:sp>
        <p:nvSpPr>
          <p:cNvPr id="4" name="Slide Number Placeholder 3"/>
          <p:cNvSpPr>
            <a:spLocks noGrp="1"/>
          </p:cNvSpPr>
          <p:nvPr>
            <p:ph type="sldNum" sz="quarter" idx="5"/>
          </p:nvPr>
        </p:nvSpPr>
        <p:spPr/>
        <p:txBody>
          <a:bodyPr/>
          <a:lstStyle/>
          <a:p>
            <a:fld id="{89BCB33E-9829-441E-95E1-1AF10DD226D3}" type="slidenum">
              <a:rPr lang="en-GB" smtClean="0"/>
              <a:t>5</a:t>
            </a:fld>
            <a:endParaRPr lang="en-GB"/>
          </a:p>
        </p:txBody>
      </p:sp>
    </p:spTree>
    <p:extLst>
      <p:ext uri="{BB962C8B-B14F-4D97-AF65-F5344CB8AC3E}">
        <p14:creationId xmlns:p14="http://schemas.microsoft.com/office/powerpoint/2010/main" val="3871348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736FA-0BA3-AC1A-044F-B89349B7553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C0F23D9B-8AFC-D69D-CC4D-78B48D57A2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DCB3E285-5DDC-35C8-3836-C9723ABC9146}"/>
              </a:ext>
            </a:extLst>
          </p:cNvPr>
          <p:cNvSpPr>
            <a:spLocks noGrp="1"/>
          </p:cNvSpPr>
          <p:nvPr>
            <p:ph type="dt" sz="half" idx="10"/>
          </p:nvPr>
        </p:nvSpPr>
        <p:spPr/>
        <p:txBody>
          <a:bodyPr/>
          <a:lstStyle/>
          <a:p>
            <a:fld id="{6885226B-A2B2-41F2-A46B-63E61A57108D}" type="datetimeFigureOut">
              <a:rPr lang="en-GB" smtClean="0"/>
              <a:t>12/02/2026</a:t>
            </a:fld>
            <a:endParaRPr lang="en-GB"/>
          </a:p>
        </p:txBody>
      </p:sp>
      <p:sp>
        <p:nvSpPr>
          <p:cNvPr id="5" name="Footer Placeholder 4">
            <a:extLst>
              <a:ext uri="{FF2B5EF4-FFF2-40B4-BE49-F238E27FC236}">
                <a16:creationId xmlns:a16="http://schemas.microsoft.com/office/drawing/2014/main" id="{523B2E98-AB4C-15BA-CE8D-9EC5DD1742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9489A6B-127C-97F7-B88E-A3A7F436F556}"/>
              </a:ext>
            </a:extLst>
          </p:cNvPr>
          <p:cNvSpPr>
            <a:spLocks noGrp="1"/>
          </p:cNvSpPr>
          <p:nvPr>
            <p:ph type="sldNum" sz="quarter" idx="12"/>
          </p:nvPr>
        </p:nvSpPr>
        <p:spPr/>
        <p:txBody>
          <a:bodyPr/>
          <a:lstStyle/>
          <a:p>
            <a:fld id="{13C0D33B-16DD-4A0B-AD7A-A25607F81C74}" type="slidenum">
              <a:rPr lang="en-GB" smtClean="0"/>
              <a:t>‹#›</a:t>
            </a:fld>
            <a:endParaRPr lang="en-GB"/>
          </a:p>
        </p:txBody>
      </p:sp>
    </p:spTree>
    <p:extLst>
      <p:ext uri="{BB962C8B-B14F-4D97-AF65-F5344CB8AC3E}">
        <p14:creationId xmlns:p14="http://schemas.microsoft.com/office/powerpoint/2010/main" val="3884631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DC5BC-5732-B058-F4F2-CCDF6702E6B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FE18744-B7E4-4C9A-D1D2-E55EBB41B62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E9B485B-C0E4-E11F-86AE-E65564302F6B}"/>
              </a:ext>
            </a:extLst>
          </p:cNvPr>
          <p:cNvSpPr>
            <a:spLocks noGrp="1"/>
          </p:cNvSpPr>
          <p:nvPr>
            <p:ph type="dt" sz="half" idx="10"/>
          </p:nvPr>
        </p:nvSpPr>
        <p:spPr/>
        <p:txBody>
          <a:bodyPr/>
          <a:lstStyle/>
          <a:p>
            <a:fld id="{6885226B-A2B2-41F2-A46B-63E61A57108D}" type="datetimeFigureOut">
              <a:rPr lang="en-GB" smtClean="0"/>
              <a:t>12/02/2026</a:t>
            </a:fld>
            <a:endParaRPr lang="en-GB"/>
          </a:p>
        </p:txBody>
      </p:sp>
      <p:sp>
        <p:nvSpPr>
          <p:cNvPr id="5" name="Footer Placeholder 4">
            <a:extLst>
              <a:ext uri="{FF2B5EF4-FFF2-40B4-BE49-F238E27FC236}">
                <a16:creationId xmlns:a16="http://schemas.microsoft.com/office/drawing/2014/main" id="{39D036A4-245D-FB6F-1B9D-F3D0D8A7174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CC66117-D534-2DE8-9C6D-2416A487F857}"/>
              </a:ext>
            </a:extLst>
          </p:cNvPr>
          <p:cNvSpPr>
            <a:spLocks noGrp="1"/>
          </p:cNvSpPr>
          <p:nvPr>
            <p:ph type="sldNum" sz="quarter" idx="12"/>
          </p:nvPr>
        </p:nvSpPr>
        <p:spPr/>
        <p:txBody>
          <a:bodyPr/>
          <a:lstStyle/>
          <a:p>
            <a:fld id="{13C0D33B-16DD-4A0B-AD7A-A25607F81C74}" type="slidenum">
              <a:rPr lang="en-GB" smtClean="0"/>
              <a:t>‹#›</a:t>
            </a:fld>
            <a:endParaRPr lang="en-GB"/>
          </a:p>
        </p:txBody>
      </p:sp>
    </p:spTree>
    <p:extLst>
      <p:ext uri="{BB962C8B-B14F-4D97-AF65-F5344CB8AC3E}">
        <p14:creationId xmlns:p14="http://schemas.microsoft.com/office/powerpoint/2010/main" val="420491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C253D-88A8-453D-2972-188C5CC6FF5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9B7E81A9-AFD8-9824-C70F-D4019D96D9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AA0B3D8-8E8A-9C81-23ED-FA64B2D53A42}"/>
              </a:ext>
            </a:extLst>
          </p:cNvPr>
          <p:cNvSpPr>
            <a:spLocks noGrp="1"/>
          </p:cNvSpPr>
          <p:nvPr>
            <p:ph type="dt" sz="half" idx="10"/>
          </p:nvPr>
        </p:nvSpPr>
        <p:spPr/>
        <p:txBody>
          <a:bodyPr/>
          <a:lstStyle/>
          <a:p>
            <a:fld id="{6885226B-A2B2-41F2-A46B-63E61A57108D}" type="datetimeFigureOut">
              <a:rPr lang="en-GB" smtClean="0"/>
              <a:t>12/02/2026</a:t>
            </a:fld>
            <a:endParaRPr lang="en-GB"/>
          </a:p>
        </p:txBody>
      </p:sp>
      <p:sp>
        <p:nvSpPr>
          <p:cNvPr id="5" name="Footer Placeholder 4">
            <a:extLst>
              <a:ext uri="{FF2B5EF4-FFF2-40B4-BE49-F238E27FC236}">
                <a16:creationId xmlns:a16="http://schemas.microsoft.com/office/drawing/2014/main" id="{1952B387-9683-D060-AD80-0EE77774163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5CBE166-846C-663B-3636-021DAF4F0641}"/>
              </a:ext>
            </a:extLst>
          </p:cNvPr>
          <p:cNvSpPr>
            <a:spLocks noGrp="1"/>
          </p:cNvSpPr>
          <p:nvPr>
            <p:ph type="sldNum" sz="quarter" idx="12"/>
          </p:nvPr>
        </p:nvSpPr>
        <p:spPr/>
        <p:txBody>
          <a:bodyPr/>
          <a:lstStyle/>
          <a:p>
            <a:fld id="{13C0D33B-16DD-4A0B-AD7A-A25607F81C74}" type="slidenum">
              <a:rPr lang="en-GB" smtClean="0"/>
              <a:t>‹#›</a:t>
            </a:fld>
            <a:endParaRPr lang="en-GB"/>
          </a:p>
        </p:txBody>
      </p:sp>
    </p:spTree>
    <p:extLst>
      <p:ext uri="{BB962C8B-B14F-4D97-AF65-F5344CB8AC3E}">
        <p14:creationId xmlns:p14="http://schemas.microsoft.com/office/powerpoint/2010/main" val="2992760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ABCFC-0F65-A526-398E-A6EE6A9717B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1613D05-0EF0-2C0F-19A8-D0C8823E21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F39EFD5E-2ECA-D339-D412-CDC2F94A5B5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4B3A19C8-1EF4-0105-0224-D2D14D63694E}"/>
              </a:ext>
            </a:extLst>
          </p:cNvPr>
          <p:cNvSpPr>
            <a:spLocks noGrp="1"/>
          </p:cNvSpPr>
          <p:nvPr>
            <p:ph type="dt" sz="half" idx="10"/>
          </p:nvPr>
        </p:nvSpPr>
        <p:spPr/>
        <p:txBody>
          <a:bodyPr/>
          <a:lstStyle/>
          <a:p>
            <a:fld id="{6885226B-A2B2-41F2-A46B-63E61A57108D}" type="datetimeFigureOut">
              <a:rPr lang="en-GB" smtClean="0"/>
              <a:t>12/02/2026</a:t>
            </a:fld>
            <a:endParaRPr lang="en-GB"/>
          </a:p>
        </p:txBody>
      </p:sp>
      <p:sp>
        <p:nvSpPr>
          <p:cNvPr id="6" name="Footer Placeholder 5">
            <a:extLst>
              <a:ext uri="{FF2B5EF4-FFF2-40B4-BE49-F238E27FC236}">
                <a16:creationId xmlns:a16="http://schemas.microsoft.com/office/drawing/2014/main" id="{FE8807D6-EA48-379D-9A1C-E140EB3FB22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A80113A-9C84-5919-2DBF-B5039BA83878}"/>
              </a:ext>
            </a:extLst>
          </p:cNvPr>
          <p:cNvSpPr>
            <a:spLocks noGrp="1"/>
          </p:cNvSpPr>
          <p:nvPr>
            <p:ph type="sldNum" sz="quarter" idx="12"/>
          </p:nvPr>
        </p:nvSpPr>
        <p:spPr/>
        <p:txBody>
          <a:bodyPr/>
          <a:lstStyle/>
          <a:p>
            <a:fld id="{13C0D33B-16DD-4A0B-AD7A-A25607F81C74}" type="slidenum">
              <a:rPr lang="en-GB" smtClean="0"/>
              <a:t>‹#›</a:t>
            </a:fld>
            <a:endParaRPr lang="en-GB"/>
          </a:p>
        </p:txBody>
      </p:sp>
    </p:spTree>
    <p:extLst>
      <p:ext uri="{BB962C8B-B14F-4D97-AF65-F5344CB8AC3E}">
        <p14:creationId xmlns:p14="http://schemas.microsoft.com/office/powerpoint/2010/main" val="1674210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3E460-5E24-8E2F-11AF-34313FB9AD60}"/>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B6929D55-DF36-3253-E8D3-5911415CAC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09F347C-3202-A963-DA36-7D65D1595B4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7AB95F91-4256-9762-F44C-1F26022634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D73E62B-471A-3FBA-0E8F-2B04C4B76E2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533B5FF2-90B8-2390-5C81-0E4FF1A180F2}"/>
              </a:ext>
            </a:extLst>
          </p:cNvPr>
          <p:cNvSpPr>
            <a:spLocks noGrp="1"/>
          </p:cNvSpPr>
          <p:nvPr>
            <p:ph type="dt" sz="half" idx="10"/>
          </p:nvPr>
        </p:nvSpPr>
        <p:spPr/>
        <p:txBody>
          <a:bodyPr/>
          <a:lstStyle/>
          <a:p>
            <a:fld id="{6885226B-A2B2-41F2-A46B-63E61A57108D}" type="datetimeFigureOut">
              <a:rPr lang="en-GB" smtClean="0"/>
              <a:t>12/02/2026</a:t>
            </a:fld>
            <a:endParaRPr lang="en-GB"/>
          </a:p>
        </p:txBody>
      </p:sp>
      <p:sp>
        <p:nvSpPr>
          <p:cNvPr id="8" name="Footer Placeholder 7">
            <a:extLst>
              <a:ext uri="{FF2B5EF4-FFF2-40B4-BE49-F238E27FC236}">
                <a16:creationId xmlns:a16="http://schemas.microsoft.com/office/drawing/2014/main" id="{418C9C5C-3E56-7E3A-332B-ABEB05F6F63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9FCBA51-96A4-CDE1-FA10-2FC4447F7392}"/>
              </a:ext>
            </a:extLst>
          </p:cNvPr>
          <p:cNvSpPr>
            <a:spLocks noGrp="1"/>
          </p:cNvSpPr>
          <p:nvPr>
            <p:ph type="sldNum" sz="quarter" idx="12"/>
          </p:nvPr>
        </p:nvSpPr>
        <p:spPr/>
        <p:txBody>
          <a:bodyPr/>
          <a:lstStyle/>
          <a:p>
            <a:fld id="{13C0D33B-16DD-4A0B-AD7A-A25607F81C74}" type="slidenum">
              <a:rPr lang="en-GB" smtClean="0"/>
              <a:t>‹#›</a:t>
            </a:fld>
            <a:endParaRPr lang="en-GB"/>
          </a:p>
        </p:txBody>
      </p:sp>
    </p:spTree>
    <p:extLst>
      <p:ext uri="{BB962C8B-B14F-4D97-AF65-F5344CB8AC3E}">
        <p14:creationId xmlns:p14="http://schemas.microsoft.com/office/powerpoint/2010/main" val="2456383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9C88E-9CBA-932D-4E33-7BC508B37BF0}"/>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EBF6F00D-4D9A-10D0-DC95-090B956DA82E}"/>
              </a:ext>
            </a:extLst>
          </p:cNvPr>
          <p:cNvSpPr>
            <a:spLocks noGrp="1"/>
          </p:cNvSpPr>
          <p:nvPr>
            <p:ph type="dt" sz="half" idx="10"/>
          </p:nvPr>
        </p:nvSpPr>
        <p:spPr/>
        <p:txBody>
          <a:bodyPr/>
          <a:lstStyle/>
          <a:p>
            <a:fld id="{6885226B-A2B2-41F2-A46B-63E61A57108D}" type="datetimeFigureOut">
              <a:rPr lang="en-GB" smtClean="0"/>
              <a:t>12/02/2026</a:t>
            </a:fld>
            <a:endParaRPr lang="en-GB"/>
          </a:p>
        </p:txBody>
      </p:sp>
      <p:sp>
        <p:nvSpPr>
          <p:cNvPr id="4" name="Footer Placeholder 3">
            <a:extLst>
              <a:ext uri="{FF2B5EF4-FFF2-40B4-BE49-F238E27FC236}">
                <a16:creationId xmlns:a16="http://schemas.microsoft.com/office/drawing/2014/main" id="{7FB38392-62C6-97B6-E8CC-CB75ABCF888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4678359-1BD2-2B91-3221-A606508BFF8B}"/>
              </a:ext>
            </a:extLst>
          </p:cNvPr>
          <p:cNvSpPr>
            <a:spLocks noGrp="1"/>
          </p:cNvSpPr>
          <p:nvPr>
            <p:ph type="sldNum" sz="quarter" idx="12"/>
          </p:nvPr>
        </p:nvSpPr>
        <p:spPr/>
        <p:txBody>
          <a:bodyPr/>
          <a:lstStyle/>
          <a:p>
            <a:fld id="{13C0D33B-16DD-4A0B-AD7A-A25607F81C74}" type="slidenum">
              <a:rPr lang="en-GB" smtClean="0"/>
              <a:t>‹#›</a:t>
            </a:fld>
            <a:endParaRPr lang="en-GB"/>
          </a:p>
        </p:txBody>
      </p:sp>
    </p:spTree>
    <p:extLst>
      <p:ext uri="{BB962C8B-B14F-4D97-AF65-F5344CB8AC3E}">
        <p14:creationId xmlns:p14="http://schemas.microsoft.com/office/powerpoint/2010/main" val="1900805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E8F4EA-D2F6-7271-52DA-9D43A829A0F2}"/>
              </a:ext>
            </a:extLst>
          </p:cNvPr>
          <p:cNvSpPr>
            <a:spLocks noGrp="1"/>
          </p:cNvSpPr>
          <p:nvPr>
            <p:ph type="dt" sz="half" idx="10"/>
          </p:nvPr>
        </p:nvSpPr>
        <p:spPr/>
        <p:txBody>
          <a:bodyPr/>
          <a:lstStyle/>
          <a:p>
            <a:fld id="{6885226B-A2B2-41F2-A46B-63E61A57108D}" type="datetimeFigureOut">
              <a:rPr lang="en-GB" smtClean="0"/>
              <a:t>12/02/2026</a:t>
            </a:fld>
            <a:endParaRPr lang="en-GB"/>
          </a:p>
        </p:txBody>
      </p:sp>
      <p:sp>
        <p:nvSpPr>
          <p:cNvPr id="3" name="Footer Placeholder 2">
            <a:extLst>
              <a:ext uri="{FF2B5EF4-FFF2-40B4-BE49-F238E27FC236}">
                <a16:creationId xmlns:a16="http://schemas.microsoft.com/office/drawing/2014/main" id="{1C196761-546A-971A-20A6-9D12D76A7A6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B97A6CF-C073-80E1-D054-989443F98FA5}"/>
              </a:ext>
            </a:extLst>
          </p:cNvPr>
          <p:cNvSpPr>
            <a:spLocks noGrp="1"/>
          </p:cNvSpPr>
          <p:nvPr>
            <p:ph type="sldNum" sz="quarter" idx="12"/>
          </p:nvPr>
        </p:nvSpPr>
        <p:spPr/>
        <p:txBody>
          <a:bodyPr/>
          <a:lstStyle/>
          <a:p>
            <a:fld id="{13C0D33B-16DD-4A0B-AD7A-A25607F81C74}" type="slidenum">
              <a:rPr lang="en-GB" smtClean="0"/>
              <a:t>‹#›</a:t>
            </a:fld>
            <a:endParaRPr lang="en-GB"/>
          </a:p>
        </p:txBody>
      </p:sp>
    </p:spTree>
    <p:extLst>
      <p:ext uri="{BB962C8B-B14F-4D97-AF65-F5344CB8AC3E}">
        <p14:creationId xmlns:p14="http://schemas.microsoft.com/office/powerpoint/2010/main" val="2682699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8994-ECE9-95FE-1DD2-1CC19C1FBB8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FA3241E8-81F2-8430-31E7-8B3A326B03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332144C-3FF2-E658-0A37-981EF2EDF4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2B37489-3B17-800D-4DCB-11285367E8FE}"/>
              </a:ext>
            </a:extLst>
          </p:cNvPr>
          <p:cNvSpPr>
            <a:spLocks noGrp="1"/>
          </p:cNvSpPr>
          <p:nvPr>
            <p:ph type="dt" sz="half" idx="10"/>
          </p:nvPr>
        </p:nvSpPr>
        <p:spPr/>
        <p:txBody>
          <a:bodyPr/>
          <a:lstStyle/>
          <a:p>
            <a:fld id="{6885226B-A2B2-41F2-A46B-63E61A57108D}" type="datetimeFigureOut">
              <a:rPr lang="en-GB" smtClean="0"/>
              <a:t>12/02/2026</a:t>
            </a:fld>
            <a:endParaRPr lang="en-GB"/>
          </a:p>
        </p:txBody>
      </p:sp>
      <p:sp>
        <p:nvSpPr>
          <p:cNvPr id="6" name="Footer Placeholder 5">
            <a:extLst>
              <a:ext uri="{FF2B5EF4-FFF2-40B4-BE49-F238E27FC236}">
                <a16:creationId xmlns:a16="http://schemas.microsoft.com/office/drawing/2014/main" id="{52E17EF6-B0EC-F239-4D59-1F2CC5481ED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E78CF73-FBF9-07D3-3DEE-E7D3FD9CA622}"/>
              </a:ext>
            </a:extLst>
          </p:cNvPr>
          <p:cNvSpPr>
            <a:spLocks noGrp="1"/>
          </p:cNvSpPr>
          <p:nvPr>
            <p:ph type="sldNum" sz="quarter" idx="12"/>
          </p:nvPr>
        </p:nvSpPr>
        <p:spPr/>
        <p:txBody>
          <a:bodyPr/>
          <a:lstStyle/>
          <a:p>
            <a:fld id="{13C0D33B-16DD-4A0B-AD7A-A25607F81C74}" type="slidenum">
              <a:rPr lang="en-GB" smtClean="0"/>
              <a:t>‹#›</a:t>
            </a:fld>
            <a:endParaRPr lang="en-GB"/>
          </a:p>
        </p:txBody>
      </p:sp>
    </p:spTree>
    <p:extLst>
      <p:ext uri="{BB962C8B-B14F-4D97-AF65-F5344CB8AC3E}">
        <p14:creationId xmlns:p14="http://schemas.microsoft.com/office/powerpoint/2010/main" val="2653974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98A1C-7629-E462-B565-07FCAF6625E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9ED61674-3C09-2093-82A7-F969FE4A14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935FDC2-A07D-4140-5499-CF1B95F522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EC8916F-AB56-6C36-6921-64B754A2084E}"/>
              </a:ext>
            </a:extLst>
          </p:cNvPr>
          <p:cNvSpPr>
            <a:spLocks noGrp="1"/>
          </p:cNvSpPr>
          <p:nvPr>
            <p:ph type="dt" sz="half" idx="10"/>
          </p:nvPr>
        </p:nvSpPr>
        <p:spPr/>
        <p:txBody>
          <a:bodyPr/>
          <a:lstStyle/>
          <a:p>
            <a:fld id="{6885226B-A2B2-41F2-A46B-63E61A57108D}" type="datetimeFigureOut">
              <a:rPr lang="en-GB" smtClean="0"/>
              <a:t>12/02/2026</a:t>
            </a:fld>
            <a:endParaRPr lang="en-GB"/>
          </a:p>
        </p:txBody>
      </p:sp>
      <p:sp>
        <p:nvSpPr>
          <p:cNvPr id="6" name="Footer Placeholder 5">
            <a:extLst>
              <a:ext uri="{FF2B5EF4-FFF2-40B4-BE49-F238E27FC236}">
                <a16:creationId xmlns:a16="http://schemas.microsoft.com/office/drawing/2014/main" id="{462C844B-7C3B-8272-5E48-DB090678C0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BD10823-B60A-C0DB-D412-EA621802A593}"/>
              </a:ext>
            </a:extLst>
          </p:cNvPr>
          <p:cNvSpPr>
            <a:spLocks noGrp="1"/>
          </p:cNvSpPr>
          <p:nvPr>
            <p:ph type="sldNum" sz="quarter" idx="12"/>
          </p:nvPr>
        </p:nvSpPr>
        <p:spPr/>
        <p:txBody>
          <a:bodyPr/>
          <a:lstStyle/>
          <a:p>
            <a:fld id="{13C0D33B-16DD-4A0B-AD7A-A25607F81C74}" type="slidenum">
              <a:rPr lang="en-GB" smtClean="0"/>
              <a:t>‹#›</a:t>
            </a:fld>
            <a:endParaRPr lang="en-GB"/>
          </a:p>
        </p:txBody>
      </p:sp>
    </p:spTree>
    <p:extLst>
      <p:ext uri="{BB962C8B-B14F-4D97-AF65-F5344CB8AC3E}">
        <p14:creationId xmlns:p14="http://schemas.microsoft.com/office/powerpoint/2010/main" val="3051738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57969-40D0-AB6B-163C-FA81DABF8E92}"/>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E940D0B7-6737-6A33-27F1-34111B432F8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A9A2D8F-B644-3D04-BE0A-47EA0619E0D3}"/>
              </a:ext>
            </a:extLst>
          </p:cNvPr>
          <p:cNvSpPr>
            <a:spLocks noGrp="1"/>
          </p:cNvSpPr>
          <p:nvPr>
            <p:ph type="dt" sz="half" idx="10"/>
          </p:nvPr>
        </p:nvSpPr>
        <p:spPr/>
        <p:txBody>
          <a:bodyPr/>
          <a:lstStyle/>
          <a:p>
            <a:fld id="{6885226B-A2B2-41F2-A46B-63E61A57108D}" type="datetimeFigureOut">
              <a:rPr lang="en-GB" smtClean="0"/>
              <a:t>12/02/2026</a:t>
            </a:fld>
            <a:endParaRPr lang="en-GB"/>
          </a:p>
        </p:txBody>
      </p:sp>
      <p:sp>
        <p:nvSpPr>
          <p:cNvPr id="5" name="Footer Placeholder 4">
            <a:extLst>
              <a:ext uri="{FF2B5EF4-FFF2-40B4-BE49-F238E27FC236}">
                <a16:creationId xmlns:a16="http://schemas.microsoft.com/office/drawing/2014/main" id="{B3C12B89-E0A8-8193-B8AC-0758F6B5D40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DA7112-7DE5-4B8E-0077-F15477C6714E}"/>
              </a:ext>
            </a:extLst>
          </p:cNvPr>
          <p:cNvSpPr>
            <a:spLocks noGrp="1"/>
          </p:cNvSpPr>
          <p:nvPr>
            <p:ph type="sldNum" sz="quarter" idx="12"/>
          </p:nvPr>
        </p:nvSpPr>
        <p:spPr/>
        <p:txBody>
          <a:bodyPr/>
          <a:lstStyle/>
          <a:p>
            <a:fld id="{13C0D33B-16DD-4A0B-AD7A-A25607F81C74}" type="slidenum">
              <a:rPr lang="en-GB" smtClean="0"/>
              <a:t>‹#›</a:t>
            </a:fld>
            <a:endParaRPr lang="en-GB"/>
          </a:p>
        </p:txBody>
      </p:sp>
    </p:spTree>
    <p:extLst>
      <p:ext uri="{BB962C8B-B14F-4D97-AF65-F5344CB8AC3E}">
        <p14:creationId xmlns:p14="http://schemas.microsoft.com/office/powerpoint/2010/main" val="507081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A2DBED-81B2-7B25-8B63-A2BF82188BB9}"/>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1425B9EA-C9BD-DEC6-6966-2ABDA61ADA8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C265539-BEB7-5BF4-4872-F6CE81BB5A19}"/>
              </a:ext>
            </a:extLst>
          </p:cNvPr>
          <p:cNvSpPr>
            <a:spLocks noGrp="1"/>
          </p:cNvSpPr>
          <p:nvPr>
            <p:ph type="dt" sz="half" idx="10"/>
          </p:nvPr>
        </p:nvSpPr>
        <p:spPr/>
        <p:txBody>
          <a:bodyPr/>
          <a:lstStyle/>
          <a:p>
            <a:fld id="{6885226B-A2B2-41F2-A46B-63E61A57108D}" type="datetimeFigureOut">
              <a:rPr lang="en-GB" smtClean="0"/>
              <a:t>12/02/2026</a:t>
            </a:fld>
            <a:endParaRPr lang="en-GB"/>
          </a:p>
        </p:txBody>
      </p:sp>
      <p:sp>
        <p:nvSpPr>
          <p:cNvPr id="5" name="Footer Placeholder 4">
            <a:extLst>
              <a:ext uri="{FF2B5EF4-FFF2-40B4-BE49-F238E27FC236}">
                <a16:creationId xmlns:a16="http://schemas.microsoft.com/office/drawing/2014/main" id="{DE6A1E33-BE68-4409-D1BC-48A21FBD4D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CFF41DA-6BE6-92A6-9D94-A129B62C648A}"/>
              </a:ext>
            </a:extLst>
          </p:cNvPr>
          <p:cNvSpPr>
            <a:spLocks noGrp="1"/>
          </p:cNvSpPr>
          <p:nvPr>
            <p:ph type="sldNum" sz="quarter" idx="12"/>
          </p:nvPr>
        </p:nvSpPr>
        <p:spPr/>
        <p:txBody>
          <a:bodyPr/>
          <a:lstStyle/>
          <a:p>
            <a:fld id="{13C0D33B-16DD-4A0B-AD7A-A25607F81C74}" type="slidenum">
              <a:rPr lang="en-GB" smtClean="0"/>
              <a:t>‹#›</a:t>
            </a:fld>
            <a:endParaRPr lang="en-GB"/>
          </a:p>
        </p:txBody>
      </p:sp>
    </p:spTree>
    <p:extLst>
      <p:ext uri="{BB962C8B-B14F-4D97-AF65-F5344CB8AC3E}">
        <p14:creationId xmlns:p14="http://schemas.microsoft.com/office/powerpoint/2010/main" val="27286991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ngle Slide">
    <p:bg>
      <p:bgRef idx="1001">
        <a:schemeClr val="bg1"/>
      </p:bgRef>
    </p:bg>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F029A541-93A4-4D45-827B-33E68795B9CA}"/>
              </a:ext>
            </a:extLst>
          </p:cNvPr>
          <p:cNvSpPr>
            <a:spLocks noGrp="1"/>
          </p:cNvSpPr>
          <p:nvPr>
            <p:ph type="body" sz="quarter" idx="10" hasCustomPrompt="1"/>
          </p:nvPr>
        </p:nvSpPr>
        <p:spPr>
          <a:xfrm>
            <a:off x="487678" y="1818628"/>
            <a:ext cx="11179389" cy="4081095"/>
          </a:xfrm>
          <a:prstGeom prst="rect">
            <a:avLst/>
          </a:prstGeom>
        </p:spPr>
        <p:txBody>
          <a:bodyPr lIns="0" tIns="0" rIns="0" bIns="0"/>
          <a:lstStyle>
            <a:lvl1pPr>
              <a:spcAft>
                <a:spcPts val="600"/>
              </a:spcAft>
              <a:defRPr sz="1000">
                <a:solidFill>
                  <a:schemeClr val="accent6">
                    <a:lumMod val="25000"/>
                  </a:schemeClr>
                </a:solidFill>
              </a:defRPr>
            </a:lvl1pPr>
            <a:lvl2pPr>
              <a:defRPr sz="1000">
                <a:solidFill>
                  <a:schemeClr val="accent6">
                    <a:lumMod val="25000"/>
                  </a:schemeClr>
                </a:solidFill>
              </a:defRPr>
            </a:lvl2pPr>
            <a:lvl3pPr>
              <a:defRPr sz="1000">
                <a:solidFill>
                  <a:schemeClr val="accent6">
                    <a:lumMod val="25000"/>
                  </a:schemeClr>
                </a:solidFill>
              </a:defRPr>
            </a:lvl3pPr>
            <a:lvl4pPr>
              <a:defRPr sz="1000">
                <a:solidFill>
                  <a:schemeClr val="accent6">
                    <a:lumMod val="25000"/>
                  </a:schemeClr>
                </a:solidFill>
              </a:defRPr>
            </a:lvl4pPr>
            <a:lvl5pPr>
              <a:defRPr sz="1000">
                <a:solidFill>
                  <a:schemeClr val="accent6">
                    <a:lumMod val="25000"/>
                  </a:schemeClr>
                </a:solidFill>
              </a:defRPr>
            </a:lvl5pPr>
          </a:lstStyle>
          <a:p>
            <a:pPr lvl="0"/>
            <a:r>
              <a:rPr lang="en-US" dirty="0"/>
              <a:t>Insert body copy here</a:t>
            </a:r>
          </a:p>
        </p:txBody>
      </p:sp>
      <p:sp>
        <p:nvSpPr>
          <p:cNvPr id="5" name="Title Placeholder 11">
            <a:extLst>
              <a:ext uri="{FF2B5EF4-FFF2-40B4-BE49-F238E27FC236}">
                <a16:creationId xmlns:a16="http://schemas.microsoft.com/office/drawing/2014/main" id="{6C4FE293-567A-8E41-9B4C-550655F1FCDE}"/>
              </a:ext>
            </a:extLst>
          </p:cNvPr>
          <p:cNvSpPr>
            <a:spLocks noGrp="1"/>
          </p:cNvSpPr>
          <p:nvPr>
            <p:ph type="title" hasCustomPrompt="1"/>
          </p:nvPr>
        </p:nvSpPr>
        <p:spPr>
          <a:xfrm>
            <a:off x="479522" y="542400"/>
            <a:ext cx="7537449" cy="386128"/>
          </a:xfrm>
          <a:prstGeom prst="rect">
            <a:avLst/>
          </a:prstGeom>
        </p:spPr>
        <p:txBody>
          <a:bodyPr vert="horz" lIns="0" tIns="0" rIns="0" bIns="0" rtlCol="0" anchor="t" anchorCtr="0">
            <a:noAutofit/>
          </a:bodyPr>
          <a:lstStyle>
            <a:lvl1pPr>
              <a:defRPr sz="1600" b="1">
                <a:solidFill>
                  <a:schemeClr val="accent1"/>
                </a:solidFill>
                <a:latin typeface="+mj-lt"/>
                <a:cs typeface="Tahoma"/>
              </a:defRPr>
            </a:lvl1pPr>
          </a:lstStyle>
          <a:p>
            <a:r>
              <a:rPr lang="en-US" dirty="0"/>
              <a:t>Presentation title goes here</a:t>
            </a:r>
            <a:endParaRPr lang="en-GB" dirty="0"/>
          </a:p>
        </p:txBody>
      </p:sp>
      <p:sp>
        <p:nvSpPr>
          <p:cNvPr id="6" name="Text Placeholder 4">
            <a:extLst>
              <a:ext uri="{FF2B5EF4-FFF2-40B4-BE49-F238E27FC236}">
                <a16:creationId xmlns:a16="http://schemas.microsoft.com/office/drawing/2014/main" id="{96ACB9B9-CA7F-6148-9D87-A9DDD632F0A2}"/>
              </a:ext>
            </a:extLst>
          </p:cNvPr>
          <p:cNvSpPr>
            <a:spLocks noGrp="1"/>
          </p:cNvSpPr>
          <p:nvPr>
            <p:ph type="body" sz="quarter" idx="15" hasCustomPrompt="1"/>
          </p:nvPr>
        </p:nvSpPr>
        <p:spPr>
          <a:xfrm>
            <a:off x="480489" y="926400"/>
            <a:ext cx="7537449" cy="386128"/>
          </a:xfrm>
          <a:prstGeom prst="rect">
            <a:avLst/>
          </a:prstGeom>
        </p:spPr>
        <p:txBody>
          <a:bodyPr vert="horz" lIns="0" tIns="0" rIns="0" bIns="0" rtlCol="0" anchor="t" anchorCtr="0">
            <a:noAutofit/>
          </a:bodyPr>
          <a:lstStyle>
            <a:lvl1pPr>
              <a:defRPr lang="en-GB" sz="1600" b="0" smtClean="0">
                <a:solidFill>
                  <a:schemeClr val="accent2"/>
                </a:solidFill>
                <a:latin typeface="+mj-lt"/>
                <a:ea typeface="+mj-ea"/>
                <a:cs typeface="Tahoma"/>
              </a:defRPr>
            </a:lvl1pPr>
            <a:lvl2pPr>
              <a:defRPr lang="en-GB" smtClean="0"/>
            </a:lvl2pPr>
            <a:lvl3pPr>
              <a:defRPr lang="en-GB" smtClean="0"/>
            </a:lvl3pPr>
            <a:lvl4pPr>
              <a:defRPr lang="en-GB" smtClean="0"/>
            </a:lvl4pPr>
            <a:lvl5pPr>
              <a:defRPr lang="en-US"/>
            </a:lvl5pPr>
          </a:lstStyle>
          <a:p>
            <a:pPr lvl="0" defTabSz="914400">
              <a:spcBef>
                <a:spcPct val="0"/>
              </a:spcBef>
            </a:pPr>
            <a:r>
              <a:rPr lang="en-GB" dirty="0"/>
              <a:t>Presentation sub-title goes here</a:t>
            </a:r>
            <a:endParaRPr lang="en-US" dirty="0"/>
          </a:p>
        </p:txBody>
      </p:sp>
    </p:spTree>
    <p:extLst>
      <p:ext uri="{BB962C8B-B14F-4D97-AF65-F5344CB8AC3E}">
        <p14:creationId xmlns:p14="http://schemas.microsoft.com/office/powerpoint/2010/main" val="147580806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ouble Slide">
    <p:bg>
      <p:bgRef idx="1001">
        <a:schemeClr val="bg1"/>
      </p:bgRef>
    </p:bg>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ACEB6D00-5A42-4FC9-AE4D-E997EC82847B}"/>
              </a:ext>
            </a:extLst>
          </p:cNvPr>
          <p:cNvSpPr>
            <a:spLocks noGrp="1"/>
          </p:cNvSpPr>
          <p:nvPr>
            <p:ph type="body" sz="quarter" idx="10" hasCustomPrompt="1"/>
          </p:nvPr>
        </p:nvSpPr>
        <p:spPr>
          <a:xfrm>
            <a:off x="487677" y="1818628"/>
            <a:ext cx="5472856" cy="4266717"/>
          </a:xfrm>
          <a:prstGeom prst="rect">
            <a:avLst/>
          </a:prstGeom>
        </p:spPr>
        <p:txBody>
          <a:bodyPr lIns="0" tIns="0" rIns="0" bIns="0"/>
          <a:lstStyle>
            <a:lvl1pPr marL="0" marR="0" indent="0" algn="l" defTabSz="457200" rtl="0" eaLnBrk="1" fontAlgn="auto" latinLnBrk="0" hangingPunct="1">
              <a:lnSpc>
                <a:spcPct val="100000"/>
              </a:lnSpc>
              <a:spcBef>
                <a:spcPts val="0"/>
              </a:spcBef>
              <a:spcAft>
                <a:spcPts val="600"/>
              </a:spcAft>
              <a:buClrTx/>
              <a:buSzTx/>
              <a:buFont typeface="Arial" panose="020B0604020202020204" pitchFamily="34" charset="0"/>
              <a:buNone/>
              <a:tabLst/>
              <a:defRPr sz="1000">
                <a:solidFill>
                  <a:schemeClr val="accent6">
                    <a:lumMod val="25000"/>
                  </a:schemeClr>
                </a:solidFill>
              </a:defRPr>
            </a:lvl1pPr>
            <a:lvl2pPr>
              <a:defRPr sz="1000">
                <a:solidFill>
                  <a:schemeClr val="accent6">
                    <a:lumMod val="25000"/>
                  </a:schemeClr>
                </a:solidFill>
              </a:defRPr>
            </a:lvl2pPr>
            <a:lvl3pPr>
              <a:defRPr sz="1000">
                <a:solidFill>
                  <a:schemeClr val="accent6">
                    <a:lumMod val="25000"/>
                  </a:schemeClr>
                </a:solidFill>
              </a:defRPr>
            </a:lvl3pPr>
            <a:lvl4pPr>
              <a:defRPr sz="1000">
                <a:solidFill>
                  <a:schemeClr val="accent6">
                    <a:lumMod val="25000"/>
                  </a:schemeClr>
                </a:solidFill>
              </a:defRPr>
            </a:lvl4pPr>
            <a:lvl5pPr>
              <a:defRPr sz="1000">
                <a:solidFill>
                  <a:schemeClr val="accent6">
                    <a:lumMod val="25000"/>
                  </a:schemeClr>
                </a:solidFill>
              </a:defRPr>
            </a:lvl5pPr>
          </a:lstStyle>
          <a:p>
            <a:pPr lvl="0"/>
            <a:r>
              <a:rPr lang="en-US" dirty="0"/>
              <a:t>Insert body copy here</a:t>
            </a:r>
          </a:p>
          <a:p>
            <a:pPr lvl="0"/>
            <a:endParaRPr lang="en-US" dirty="0"/>
          </a:p>
          <a:p>
            <a:pPr lvl="0"/>
            <a:endParaRPr lang="en-US" dirty="0"/>
          </a:p>
        </p:txBody>
      </p:sp>
      <p:sp>
        <p:nvSpPr>
          <p:cNvPr id="7" name="Text Placeholder 3">
            <a:extLst>
              <a:ext uri="{FF2B5EF4-FFF2-40B4-BE49-F238E27FC236}">
                <a16:creationId xmlns:a16="http://schemas.microsoft.com/office/drawing/2014/main" id="{373C7CC0-C9F1-45D0-888D-AC38010DD2A3}"/>
              </a:ext>
            </a:extLst>
          </p:cNvPr>
          <p:cNvSpPr>
            <a:spLocks noGrp="1"/>
          </p:cNvSpPr>
          <p:nvPr>
            <p:ph type="body" sz="quarter" idx="18" hasCustomPrompt="1"/>
          </p:nvPr>
        </p:nvSpPr>
        <p:spPr>
          <a:xfrm>
            <a:off x="6231464" y="1816725"/>
            <a:ext cx="5472853" cy="4268619"/>
          </a:xfrm>
          <a:prstGeom prst="rect">
            <a:avLst/>
          </a:prstGeom>
        </p:spPr>
        <p:txBody>
          <a:bodyPr lIns="0" tIns="0" rIns="0" bIns="0"/>
          <a:lstStyle>
            <a:lvl1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sz="1000">
                <a:solidFill>
                  <a:schemeClr val="accent6">
                    <a:lumMod val="25000"/>
                  </a:schemeClr>
                </a:solidFill>
              </a:defRPr>
            </a:lvl1pPr>
            <a:lvl2pPr>
              <a:defRPr sz="1000">
                <a:solidFill>
                  <a:schemeClr val="accent6">
                    <a:lumMod val="25000"/>
                  </a:schemeClr>
                </a:solidFill>
              </a:defRPr>
            </a:lvl2pPr>
            <a:lvl3pPr>
              <a:defRPr sz="1000">
                <a:solidFill>
                  <a:schemeClr val="accent6">
                    <a:lumMod val="25000"/>
                  </a:schemeClr>
                </a:solidFill>
              </a:defRPr>
            </a:lvl3pPr>
            <a:lvl4pPr>
              <a:defRPr sz="1000">
                <a:solidFill>
                  <a:schemeClr val="accent6">
                    <a:lumMod val="25000"/>
                  </a:schemeClr>
                </a:solidFill>
              </a:defRPr>
            </a:lvl4pPr>
            <a:lvl5pPr>
              <a:defRPr sz="1000">
                <a:solidFill>
                  <a:schemeClr val="accent6">
                    <a:lumMod val="25000"/>
                  </a:schemeClr>
                </a:solidFill>
              </a:defRPr>
            </a:lvl5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Body copy is split into 2 columns for ease of reading.</a:t>
            </a:r>
          </a:p>
          <a:p>
            <a:pPr lvl="0"/>
            <a:endParaRPr lang="en-US" dirty="0"/>
          </a:p>
        </p:txBody>
      </p:sp>
      <p:sp>
        <p:nvSpPr>
          <p:cNvPr id="8" name="Title Placeholder 11">
            <a:extLst>
              <a:ext uri="{FF2B5EF4-FFF2-40B4-BE49-F238E27FC236}">
                <a16:creationId xmlns:a16="http://schemas.microsoft.com/office/drawing/2014/main" id="{22887C5B-9D3B-5644-AD4D-3C302ED12AAC}"/>
              </a:ext>
            </a:extLst>
          </p:cNvPr>
          <p:cNvSpPr>
            <a:spLocks noGrp="1"/>
          </p:cNvSpPr>
          <p:nvPr>
            <p:ph type="title" hasCustomPrompt="1"/>
          </p:nvPr>
        </p:nvSpPr>
        <p:spPr>
          <a:xfrm>
            <a:off x="479522" y="542400"/>
            <a:ext cx="7537449" cy="386128"/>
          </a:xfrm>
          <a:prstGeom prst="rect">
            <a:avLst/>
          </a:prstGeom>
        </p:spPr>
        <p:txBody>
          <a:bodyPr vert="horz" lIns="0" tIns="0" rIns="0" bIns="0" rtlCol="0" anchor="t" anchorCtr="0">
            <a:noAutofit/>
          </a:bodyPr>
          <a:lstStyle>
            <a:lvl1pPr>
              <a:defRPr sz="1600" b="1">
                <a:solidFill>
                  <a:schemeClr val="accent1"/>
                </a:solidFill>
                <a:latin typeface="+mj-lt"/>
                <a:cs typeface="Tahoma"/>
              </a:defRPr>
            </a:lvl1pPr>
          </a:lstStyle>
          <a:p>
            <a:r>
              <a:rPr lang="en-US" dirty="0"/>
              <a:t>Presentation title goes here</a:t>
            </a:r>
            <a:endParaRPr lang="en-GB" dirty="0"/>
          </a:p>
        </p:txBody>
      </p:sp>
      <p:sp>
        <p:nvSpPr>
          <p:cNvPr id="9" name="Text Placeholder 4">
            <a:extLst>
              <a:ext uri="{FF2B5EF4-FFF2-40B4-BE49-F238E27FC236}">
                <a16:creationId xmlns:a16="http://schemas.microsoft.com/office/drawing/2014/main" id="{434F2CDE-7FA2-9241-A4A5-0930A7504BFA}"/>
              </a:ext>
            </a:extLst>
          </p:cNvPr>
          <p:cNvSpPr>
            <a:spLocks noGrp="1"/>
          </p:cNvSpPr>
          <p:nvPr>
            <p:ph type="body" sz="quarter" idx="15" hasCustomPrompt="1"/>
          </p:nvPr>
        </p:nvSpPr>
        <p:spPr>
          <a:xfrm>
            <a:off x="480489" y="926400"/>
            <a:ext cx="7537449" cy="386128"/>
          </a:xfrm>
          <a:prstGeom prst="rect">
            <a:avLst/>
          </a:prstGeom>
        </p:spPr>
        <p:txBody>
          <a:bodyPr vert="horz" lIns="0" tIns="0" rIns="0" bIns="0" rtlCol="0" anchor="t" anchorCtr="0">
            <a:noAutofit/>
          </a:bodyPr>
          <a:lstStyle>
            <a:lvl1pPr>
              <a:defRPr lang="en-GB" sz="1600" b="0" smtClean="0">
                <a:solidFill>
                  <a:schemeClr val="accent2"/>
                </a:solidFill>
                <a:latin typeface="+mj-lt"/>
                <a:ea typeface="+mj-ea"/>
                <a:cs typeface="Tahoma"/>
              </a:defRPr>
            </a:lvl1pPr>
            <a:lvl2pPr>
              <a:defRPr lang="en-GB" smtClean="0"/>
            </a:lvl2pPr>
            <a:lvl3pPr>
              <a:defRPr lang="en-GB" smtClean="0"/>
            </a:lvl3pPr>
            <a:lvl4pPr>
              <a:defRPr lang="en-GB" smtClean="0"/>
            </a:lvl4pPr>
            <a:lvl5pPr>
              <a:defRPr lang="en-US"/>
            </a:lvl5pPr>
          </a:lstStyle>
          <a:p>
            <a:pPr lvl="0" defTabSz="914400">
              <a:spcBef>
                <a:spcPct val="0"/>
              </a:spcBef>
            </a:pPr>
            <a:r>
              <a:rPr lang="en-GB" dirty="0"/>
              <a:t>Presentation sub-title goes here</a:t>
            </a:r>
            <a:endParaRPr lang="en-US" dirty="0"/>
          </a:p>
        </p:txBody>
      </p:sp>
    </p:spTree>
    <p:extLst>
      <p:ext uri="{BB962C8B-B14F-4D97-AF65-F5344CB8AC3E}">
        <p14:creationId xmlns:p14="http://schemas.microsoft.com/office/powerpoint/2010/main" val="106789943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iple Slide">
    <p:bg>
      <p:bgRef idx="1001">
        <a:schemeClr val="bg1"/>
      </p:bgRef>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EE43AD0C-1208-41B2-8349-6ECCFE7D0B75}"/>
              </a:ext>
            </a:extLst>
          </p:cNvPr>
          <p:cNvSpPr>
            <a:spLocks noGrp="1"/>
          </p:cNvSpPr>
          <p:nvPr>
            <p:ph type="body" sz="quarter" idx="10" hasCustomPrompt="1"/>
          </p:nvPr>
        </p:nvSpPr>
        <p:spPr>
          <a:xfrm>
            <a:off x="487677" y="1818627"/>
            <a:ext cx="3593256" cy="4261861"/>
          </a:xfrm>
          <a:prstGeom prst="rect">
            <a:avLst/>
          </a:prstGeom>
        </p:spPr>
        <p:txBody>
          <a:bodyPr lIns="0" tIns="0" rIns="0" bIns="0"/>
          <a:lstStyle>
            <a:lvl1pPr marL="0" marR="0" indent="0" algn="l" defTabSz="457200" rtl="0" eaLnBrk="1" fontAlgn="auto" latinLnBrk="0" hangingPunct="1">
              <a:lnSpc>
                <a:spcPct val="100000"/>
              </a:lnSpc>
              <a:spcBef>
                <a:spcPts val="0"/>
              </a:spcBef>
              <a:spcAft>
                <a:spcPts val="600"/>
              </a:spcAft>
              <a:buClrTx/>
              <a:buSzTx/>
              <a:buFont typeface="Arial" panose="020B0604020202020204" pitchFamily="34" charset="0"/>
              <a:buNone/>
              <a:tabLst/>
              <a:defRPr sz="1000">
                <a:solidFill>
                  <a:schemeClr val="accent6">
                    <a:lumMod val="25000"/>
                  </a:schemeClr>
                </a:solidFill>
              </a:defRPr>
            </a:lvl1pPr>
            <a:lvl2pPr>
              <a:defRPr sz="1000">
                <a:solidFill>
                  <a:schemeClr val="accent6">
                    <a:lumMod val="25000"/>
                  </a:schemeClr>
                </a:solidFill>
              </a:defRPr>
            </a:lvl2pPr>
            <a:lvl3pPr>
              <a:defRPr sz="1000">
                <a:solidFill>
                  <a:schemeClr val="accent6">
                    <a:lumMod val="25000"/>
                  </a:schemeClr>
                </a:solidFill>
              </a:defRPr>
            </a:lvl3pPr>
            <a:lvl4pPr>
              <a:defRPr sz="1000">
                <a:solidFill>
                  <a:schemeClr val="accent6">
                    <a:lumMod val="25000"/>
                  </a:schemeClr>
                </a:solidFill>
              </a:defRPr>
            </a:lvl4pPr>
            <a:lvl5pPr>
              <a:defRPr sz="1000">
                <a:solidFill>
                  <a:schemeClr val="accent6">
                    <a:lumMod val="25000"/>
                  </a:schemeClr>
                </a:solidFill>
              </a:defRPr>
            </a:lvl5pPr>
          </a:lstStyle>
          <a:p>
            <a:pPr lvl="0"/>
            <a:r>
              <a:rPr lang="en-US" dirty="0"/>
              <a:t>Insert body copy here</a:t>
            </a:r>
          </a:p>
          <a:p>
            <a:pPr lvl="0"/>
            <a:endParaRPr lang="en-US" dirty="0"/>
          </a:p>
          <a:p>
            <a:pPr lvl="0"/>
            <a:endParaRPr lang="en-US" dirty="0"/>
          </a:p>
        </p:txBody>
      </p:sp>
      <p:sp>
        <p:nvSpPr>
          <p:cNvPr id="8" name="Text Placeholder 3">
            <a:extLst>
              <a:ext uri="{FF2B5EF4-FFF2-40B4-BE49-F238E27FC236}">
                <a16:creationId xmlns:a16="http://schemas.microsoft.com/office/drawing/2014/main" id="{1542F61F-9443-41AE-AA20-4B6D9BF92764}"/>
              </a:ext>
            </a:extLst>
          </p:cNvPr>
          <p:cNvSpPr>
            <a:spLocks noGrp="1"/>
          </p:cNvSpPr>
          <p:nvPr>
            <p:ph type="body" sz="quarter" idx="18" hasCustomPrompt="1"/>
          </p:nvPr>
        </p:nvSpPr>
        <p:spPr>
          <a:xfrm>
            <a:off x="4260563" y="1816725"/>
            <a:ext cx="3593256" cy="4261861"/>
          </a:xfrm>
          <a:prstGeom prst="rect">
            <a:avLst/>
          </a:prstGeom>
        </p:spPr>
        <p:txBody>
          <a:bodyPr lIns="0" tIns="0" rIns="0" bIns="0"/>
          <a:lstStyle>
            <a:lvl1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sz="1000">
                <a:solidFill>
                  <a:schemeClr val="accent6">
                    <a:lumMod val="25000"/>
                  </a:schemeClr>
                </a:solidFill>
              </a:defRPr>
            </a:lvl1pPr>
            <a:lvl2pPr>
              <a:defRPr sz="1000">
                <a:solidFill>
                  <a:schemeClr val="accent6">
                    <a:lumMod val="25000"/>
                  </a:schemeClr>
                </a:solidFill>
              </a:defRPr>
            </a:lvl2pPr>
            <a:lvl3pPr>
              <a:defRPr sz="1000">
                <a:solidFill>
                  <a:schemeClr val="accent6">
                    <a:lumMod val="25000"/>
                  </a:schemeClr>
                </a:solidFill>
              </a:defRPr>
            </a:lvl3pPr>
            <a:lvl4pPr>
              <a:defRPr sz="1000">
                <a:solidFill>
                  <a:schemeClr val="accent6">
                    <a:lumMod val="25000"/>
                  </a:schemeClr>
                </a:solidFill>
              </a:defRPr>
            </a:lvl4pPr>
            <a:lvl5pPr>
              <a:defRPr sz="1000">
                <a:solidFill>
                  <a:schemeClr val="accent6">
                    <a:lumMod val="25000"/>
                  </a:schemeClr>
                </a:solidFill>
              </a:defRPr>
            </a:lvl5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Body copy is split into 3 columns for ease of reading.</a:t>
            </a:r>
          </a:p>
          <a:p>
            <a:pPr lvl="0"/>
            <a:endParaRPr lang="en-US" dirty="0"/>
          </a:p>
        </p:txBody>
      </p:sp>
      <p:sp>
        <p:nvSpPr>
          <p:cNvPr id="9" name="Text Placeholder 3">
            <a:extLst>
              <a:ext uri="{FF2B5EF4-FFF2-40B4-BE49-F238E27FC236}">
                <a16:creationId xmlns:a16="http://schemas.microsoft.com/office/drawing/2014/main" id="{D104D4B2-3637-485E-9542-3AA49FD5A34D}"/>
              </a:ext>
            </a:extLst>
          </p:cNvPr>
          <p:cNvSpPr>
            <a:spLocks noGrp="1"/>
          </p:cNvSpPr>
          <p:nvPr>
            <p:ph type="body" sz="quarter" idx="22" hasCustomPrompt="1"/>
          </p:nvPr>
        </p:nvSpPr>
        <p:spPr>
          <a:xfrm>
            <a:off x="8016967" y="1818625"/>
            <a:ext cx="3593256" cy="4259960"/>
          </a:xfrm>
          <a:prstGeom prst="rect">
            <a:avLst/>
          </a:prstGeom>
        </p:spPr>
        <p:txBody>
          <a:bodyPr lIns="0" tIns="0" rIns="0" bIns="0"/>
          <a:lstStyle>
            <a:lvl1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sz="1000">
                <a:solidFill>
                  <a:schemeClr val="accent6">
                    <a:lumMod val="25000"/>
                  </a:schemeClr>
                </a:solidFill>
              </a:defRPr>
            </a:lvl1pPr>
            <a:lvl2pPr>
              <a:defRPr sz="1000">
                <a:solidFill>
                  <a:schemeClr val="accent6">
                    <a:lumMod val="25000"/>
                  </a:schemeClr>
                </a:solidFill>
              </a:defRPr>
            </a:lvl2pPr>
            <a:lvl3pPr>
              <a:defRPr sz="1000">
                <a:solidFill>
                  <a:schemeClr val="accent6">
                    <a:lumMod val="25000"/>
                  </a:schemeClr>
                </a:solidFill>
              </a:defRPr>
            </a:lvl3pPr>
            <a:lvl4pPr>
              <a:defRPr sz="1000">
                <a:solidFill>
                  <a:schemeClr val="accent6">
                    <a:lumMod val="25000"/>
                  </a:schemeClr>
                </a:solidFill>
              </a:defRPr>
            </a:lvl4pPr>
            <a:lvl5pPr>
              <a:defRPr sz="1000">
                <a:solidFill>
                  <a:schemeClr val="accent6">
                    <a:lumMod val="25000"/>
                  </a:schemeClr>
                </a:solidFill>
              </a:defRPr>
            </a:lvl5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Body copy is split into 3 columns for ease of reading.</a:t>
            </a:r>
          </a:p>
          <a:p>
            <a:pPr lvl="0"/>
            <a:endParaRPr lang="en-US" dirty="0"/>
          </a:p>
        </p:txBody>
      </p:sp>
      <p:sp>
        <p:nvSpPr>
          <p:cNvPr id="10" name="Title Placeholder 11">
            <a:extLst>
              <a:ext uri="{FF2B5EF4-FFF2-40B4-BE49-F238E27FC236}">
                <a16:creationId xmlns:a16="http://schemas.microsoft.com/office/drawing/2014/main" id="{DBEED45C-32FB-8540-9136-B7F3B1B826B7}"/>
              </a:ext>
            </a:extLst>
          </p:cNvPr>
          <p:cNvSpPr>
            <a:spLocks noGrp="1"/>
          </p:cNvSpPr>
          <p:nvPr>
            <p:ph type="title" hasCustomPrompt="1"/>
          </p:nvPr>
        </p:nvSpPr>
        <p:spPr>
          <a:xfrm>
            <a:off x="479522" y="542400"/>
            <a:ext cx="7537449" cy="386128"/>
          </a:xfrm>
          <a:prstGeom prst="rect">
            <a:avLst/>
          </a:prstGeom>
        </p:spPr>
        <p:txBody>
          <a:bodyPr vert="horz" lIns="0" tIns="0" rIns="0" bIns="0" rtlCol="0" anchor="t" anchorCtr="0">
            <a:noAutofit/>
          </a:bodyPr>
          <a:lstStyle>
            <a:lvl1pPr>
              <a:defRPr sz="1600" b="1">
                <a:solidFill>
                  <a:schemeClr val="accent1"/>
                </a:solidFill>
                <a:latin typeface="+mj-lt"/>
                <a:cs typeface="Tahoma"/>
              </a:defRPr>
            </a:lvl1pPr>
          </a:lstStyle>
          <a:p>
            <a:r>
              <a:rPr lang="en-US" dirty="0"/>
              <a:t>Presentation title goes here</a:t>
            </a:r>
            <a:endParaRPr lang="en-GB" dirty="0"/>
          </a:p>
        </p:txBody>
      </p:sp>
      <p:sp>
        <p:nvSpPr>
          <p:cNvPr id="11" name="Text Placeholder 4">
            <a:extLst>
              <a:ext uri="{FF2B5EF4-FFF2-40B4-BE49-F238E27FC236}">
                <a16:creationId xmlns:a16="http://schemas.microsoft.com/office/drawing/2014/main" id="{1B9AD29B-6449-9149-BFC5-928896A12A2B}"/>
              </a:ext>
            </a:extLst>
          </p:cNvPr>
          <p:cNvSpPr>
            <a:spLocks noGrp="1"/>
          </p:cNvSpPr>
          <p:nvPr>
            <p:ph type="body" sz="quarter" idx="15" hasCustomPrompt="1"/>
          </p:nvPr>
        </p:nvSpPr>
        <p:spPr>
          <a:xfrm>
            <a:off x="480489" y="926400"/>
            <a:ext cx="7537449" cy="386128"/>
          </a:xfrm>
          <a:prstGeom prst="rect">
            <a:avLst/>
          </a:prstGeom>
        </p:spPr>
        <p:txBody>
          <a:bodyPr vert="horz" lIns="0" tIns="0" rIns="0" bIns="0" rtlCol="0" anchor="t" anchorCtr="0">
            <a:noAutofit/>
          </a:bodyPr>
          <a:lstStyle>
            <a:lvl1pPr>
              <a:defRPr lang="en-GB" sz="1600" b="0" smtClean="0">
                <a:solidFill>
                  <a:schemeClr val="accent2"/>
                </a:solidFill>
                <a:latin typeface="+mj-lt"/>
                <a:ea typeface="+mj-ea"/>
                <a:cs typeface="Tahoma"/>
              </a:defRPr>
            </a:lvl1pPr>
            <a:lvl2pPr>
              <a:defRPr lang="en-GB" smtClean="0"/>
            </a:lvl2pPr>
            <a:lvl3pPr>
              <a:defRPr lang="en-GB" smtClean="0"/>
            </a:lvl3pPr>
            <a:lvl4pPr>
              <a:defRPr lang="en-GB" smtClean="0"/>
            </a:lvl4pPr>
            <a:lvl5pPr>
              <a:defRPr lang="en-US"/>
            </a:lvl5pPr>
          </a:lstStyle>
          <a:p>
            <a:pPr lvl="0" defTabSz="914400">
              <a:spcBef>
                <a:spcPct val="0"/>
              </a:spcBef>
            </a:pPr>
            <a:r>
              <a:rPr lang="en-GB" dirty="0"/>
              <a:t>Presentation sub-title goes here</a:t>
            </a:r>
            <a:endParaRPr lang="en-US" dirty="0"/>
          </a:p>
        </p:txBody>
      </p:sp>
    </p:spTree>
    <p:extLst>
      <p:ext uri="{BB962C8B-B14F-4D97-AF65-F5344CB8AC3E}">
        <p14:creationId xmlns:p14="http://schemas.microsoft.com/office/powerpoint/2010/main" val="3322757472"/>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nchor="b"/>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282CC3-563E-4DC8-979A-C4C8743D0CEF}" type="datetime1">
              <a:rPr lang="en-US" smtClean="0"/>
              <a:t>2/12/2026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768282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2.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5B06CB-CBFB-A98C-D7FD-8C82B80D3A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F04FCC03-FC70-8606-B668-75B0D22DE1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FBE3498-E978-CC92-EA26-E78BAA73B5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85226B-A2B2-41F2-A46B-63E61A57108D}" type="datetimeFigureOut">
              <a:rPr lang="en-GB" smtClean="0"/>
              <a:t>12/02/2026</a:t>
            </a:fld>
            <a:endParaRPr lang="en-GB"/>
          </a:p>
        </p:txBody>
      </p:sp>
      <p:sp>
        <p:nvSpPr>
          <p:cNvPr id="5" name="Footer Placeholder 4">
            <a:extLst>
              <a:ext uri="{FF2B5EF4-FFF2-40B4-BE49-F238E27FC236}">
                <a16:creationId xmlns:a16="http://schemas.microsoft.com/office/drawing/2014/main" id="{CB7A46F5-0E68-E662-AF00-02E6BF3231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5394621-A820-5034-CADA-99A4ECDEFC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C0D33B-16DD-4A0B-AD7A-A25607F81C74}" type="slidenum">
              <a:rPr lang="en-GB" smtClean="0"/>
              <a:t>‹#›</a:t>
            </a:fld>
            <a:endParaRPr lang="en-GB"/>
          </a:p>
        </p:txBody>
      </p:sp>
    </p:spTree>
    <p:extLst>
      <p:ext uri="{BB962C8B-B14F-4D97-AF65-F5344CB8AC3E}">
        <p14:creationId xmlns:p14="http://schemas.microsoft.com/office/powerpoint/2010/main" val="1264604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Image">
            <a:extLst>
              <a:ext uri="{FF2B5EF4-FFF2-40B4-BE49-F238E27FC236}">
                <a16:creationId xmlns:a16="http://schemas.microsoft.com/office/drawing/2014/main" id="{643C46C1-0F34-0FA0-F8D1-615266D0A33F}"/>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9373773" y="174058"/>
            <a:ext cx="2493582" cy="78770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F8616EA-DDDE-EE49-ADCD-2CDFD2BB25BD}"/>
              </a:ext>
            </a:extLst>
          </p:cNvPr>
          <p:cNvSpPr/>
          <p:nvPr userDrawn="1"/>
        </p:nvSpPr>
        <p:spPr>
          <a:xfrm>
            <a:off x="11541015" y="6587102"/>
            <a:ext cx="150682" cy="107722"/>
          </a:xfrm>
          <a:prstGeom prst="rect">
            <a:avLst/>
          </a:prstGeom>
        </p:spPr>
        <p:txBody>
          <a:bodyPr wrap="none" lIns="0" tIns="0" rIns="0" bIns="0" anchor="t">
            <a:spAutoFit/>
          </a:bodyPr>
          <a:lstStyle/>
          <a:p>
            <a:fld id="{F9EEDEC3-62C2-4363-BB26-E6EA1895165E}" type="slidenum">
              <a:rPr lang="en-GB" sz="700" b="1" i="0" smtClean="0">
                <a:solidFill>
                  <a:schemeClr val="tx2"/>
                </a:solidFill>
                <a:latin typeface="+mn-lt"/>
                <a:cs typeface="Tahoma"/>
              </a:rPr>
              <a:pPr/>
              <a:t>‹#›</a:t>
            </a:fld>
            <a:endParaRPr lang="en-GB" sz="700" b="1" i="0" dirty="0">
              <a:solidFill>
                <a:schemeClr val="tx2"/>
              </a:solidFill>
              <a:latin typeface="+mn-lt"/>
              <a:cs typeface="Tahoma"/>
            </a:endParaRPr>
          </a:p>
        </p:txBody>
      </p:sp>
      <p:pic>
        <p:nvPicPr>
          <p:cNvPr id="3" name="Picture 2">
            <a:extLst>
              <a:ext uri="{FF2B5EF4-FFF2-40B4-BE49-F238E27FC236}">
                <a16:creationId xmlns:a16="http://schemas.microsoft.com/office/drawing/2014/main" id="{6EE77DBF-D839-3398-C9DA-743856C688D3}"/>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39546" y="5932438"/>
            <a:ext cx="3099414" cy="762386"/>
          </a:xfrm>
          <a:prstGeom prst="rect">
            <a:avLst/>
          </a:prstGeom>
        </p:spPr>
      </p:pic>
    </p:spTree>
    <p:extLst>
      <p:ext uri="{BB962C8B-B14F-4D97-AF65-F5344CB8AC3E}">
        <p14:creationId xmlns:p14="http://schemas.microsoft.com/office/powerpoint/2010/main" val="29973735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dt="0"/>
  <p:txStyles>
    <p:titleStyle>
      <a:lvl1pPr algn="l" defTabSz="914400" rtl="0" eaLnBrk="1" latinLnBrk="0" hangingPunct="1">
        <a:spcBef>
          <a:spcPct val="0"/>
        </a:spcBef>
        <a:buNone/>
        <a:defRPr sz="1600" b="1" i="0" kern="1200" baseline="0">
          <a:solidFill>
            <a:srgbClr val="715AA3"/>
          </a:solidFill>
          <a:latin typeface="Tahoma"/>
          <a:ea typeface="+mj-ea"/>
          <a:cs typeface="Tahoma"/>
        </a:defRPr>
      </a:lvl1pPr>
    </p:titleStyle>
    <p:bodyStyle>
      <a:lvl1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sz="1100" b="0" i="0" kern="1200" baseline="0">
          <a:solidFill>
            <a:schemeClr val="tx1"/>
          </a:solidFill>
          <a:latin typeface="Tahoma"/>
          <a:ea typeface="+mn-ea"/>
          <a:cs typeface="Tahoma"/>
        </a:defRPr>
      </a:lvl1pPr>
      <a:lvl2pPr marL="0" indent="0" algn="l" defTabSz="914400" rtl="0" eaLnBrk="1" latinLnBrk="0" hangingPunct="1">
        <a:spcBef>
          <a:spcPct val="20000"/>
        </a:spcBef>
        <a:buFont typeface="Arial" panose="020B0604020202020204" pitchFamily="34" charset="0"/>
        <a:buNone/>
        <a:defRPr sz="1100" b="0" i="0" kern="1200" baseline="0">
          <a:solidFill>
            <a:schemeClr val="tx1"/>
          </a:solidFill>
          <a:latin typeface="Tahoma"/>
          <a:ea typeface="+mn-ea"/>
          <a:cs typeface="Tahoma"/>
        </a:defRPr>
      </a:lvl2pPr>
      <a:lvl3pPr marL="180975" indent="-180975" algn="l" defTabSz="914400" rtl="0" eaLnBrk="1" latinLnBrk="0" hangingPunct="1">
        <a:spcBef>
          <a:spcPct val="20000"/>
        </a:spcBef>
        <a:buFont typeface="Arial" panose="020B0604020202020204" pitchFamily="34" charset="0"/>
        <a:buChar char="•"/>
        <a:defRPr sz="1100" b="0" i="0" kern="1200" baseline="0">
          <a:solidFill>
            <a:schemeClr val="tx1"/>
          </a:solidFill>
          <a:latin typeface="Tahoma"/>
          <a:ea typeface="+mn-ea"/>
          <a:cs typeface="Tahoma"/>
        </a:defRPr>
      </a:lvl3pPr>
      <a:lvl4pPr marL="355600" indent="-174625" algn="l" defTabSz="914400" rtl="0" eaLnBrk="1" latinLnBrk="0" hangingPunct="1">
        <a:spcBef>
          <a:spcPct val="20000"/>
        </a:spcBef>
        <a:buFont typeface="Arial" panose="020B0604020202020204" pitchFamily="34" charset="0"/>
        <a:buChar char="•"/>
        <a:defRPr sz="1100" b="0" i="0" kern="1200" baseline="0">
          <a:solidFill>
            <a:schemeClr val="tx1"/>
          </a:solidFill>
          <a:latin typeface="Tahoma"/>
          <a:ea typeface="+mn-ea"/>
          <a:cs typeface="Tahoma"/>
        </a:defRPr>
      </a:lvl4pPr>
      <a:lvl5pPr marL="536575" indent="-180975" algn="l" defTabSz="914400" rtl="0" eaLnBrk="1" latinLnBrk="0" hangingPunct="1">
        <a:spcBef>
          <a:spcPct val="20000"/>
        </a:spcBef>
        <a:buFont typeface="Arial" panose="020B0604020202020204" pitchFamily="34" charset="0"/>
        <a:buChar char="•"/>
        <a:defRPr sz="1100" b="0" i="0" kern="1200" baseline="0">
          <a:solidFill>
            <a:schemeClr val="tx1"/>
          </a:solidFill>
          <a:latin typeface="Tahoma"/>
          <a:ea typeface="+mn-ea"/>
          <a:cs typeface="Tahoma"/>
        </a:defRPr>
      </a:lvl5pPr>
      <a:lvl6pPr marL="719138" indent="-182563" algn="l" defTabSz="914400" rtl="0" eaLnBrk="1" latinLnBrk="0" hangingPunct="1">
        <a:spcBef>
          <a:spcPct val="20000"/>
        </a:spcBef>
        <a:buFont typeface="Arial" panose="020B0604020202020204" pitchFamily="34" charset="0"/>
        <a:buChar char="•"/>
        <a:defRPr sz="1100" b="0" i="0" kern="1200">
          <a:solidFill>
            <a:schemeClr val="tx1"/>
          </a:solidFill>
          <a:latin typeface="Tahoma"/>
          <a:ea typeface="+mn-ea"/>
          <a:cs typeface="Tahoma"/>
        </a:defRPr>
      </a:lvl6pPr>
      <a:lvl7pPr marL="900113" indent="-180975" algn="l" defTabSz="914400" rtl="0" eaLnBrk="1" latinLnBrk="0" hangingPunct="1">
        <a:spcBef>
          <a:spcPct val="20000"/>
        </a:spcBef>
        <a:buFont typeface="Arial" panose="020B0604020202020204" pitchFamily="34" charset="0"/>
        <a:buChar char="•"/>
        <a:defRPr sz="1100" b="0" i="0" kern="1200">
          <a:solidFill>
            <a:schemeClr val="tx1"/>
          </a:solidFill>
          <a:latin typeface="Tahoma"/>
          <a:ea typeface="+mn-ea"/>
          <a:cs typeface="Tahoma"/>
        </a:defRPr>
      </a:lvl7pPr>
      <a:lvl8pPr marL="1074738" indent="-174625" algn="l" defTabSz="914400" rtl="0" eaLnBrk="1" latinLnBrk="0" hangingPunct="1">
        <a:spcBef>
          <a:spcPct val="20000"/>
        </a:spcBef>
        <a:buFont typeface="Arial" panose="020B0604020202020204" pitchFamily="34" charset="0"/>
        <a:buChar char="•"/>
        <a:defRPr sz="1100" b="0" i="0" kern="1200">
          <a:solidFill>
            <a:schemeClr val="tx1"/>
          </a:solidFill>
          <a:latin typeface="Tahoma"/>
          <a:ea typeface="+mn-ea"/>
          <a:cs typeface="Tahoma"/>
        </a:defRPr>
      </a:lvl8pPr>
      <a:lvl9pPr marL="1255713" indent="-180975" algn="l" defTabSz="914400" rtl="0" eaLnBrk="1" latinLnBrk="0" hangingPunct="1">
        <a:spcBef>
          <a:spcPct val="20000"/>
        </a:spcBef>
        <a:buFont typeface="Arial" panose="020B0604020202020204" pitchFamily="34" charset="0"/>
        <a:buChar char="•"/>
        <a:defRPr sz="1100" b="0" i="0" kern="1200">
          <a:solidFill>
            <a:schemeClr val="tx1"/>
          </a:solidFill>
          <a:latin typeface="Tahoma"/>
          <a:ea typeface="+mn-ea"/>
          <a:cs typeface="Tahom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41EF1-7E0C-9474-CFA7-915CDEBC7D7D}"/>
              </a:ext>
            </a:extLst>
          </p:cNvPr>
          <p:cNvSpPr>
            <a:spLocks noGrp="1"/>
          </p:cNvSpPr>
          <p:nvPr>
            <p:ph type="ctrTitle"/>
          </p:nvPr>
        </p:nvSpPr>
        <p:spPr/>
        <p:txBody>
          <a:bodyPr>
            <a:normAutofit/>
          </a:bodyPr>
          <a:lstStyle/>
          <a:p>
            <a:r>
              <a:rPr lang="en-GB" sz="4800" dirty="0"/>
              <a:t>Using LinkedIn- </a:t>
            </a:r>
            <a:br>
              <a:rPr lang="en-GB" sz="4800" dirty="0"/>
            </a:br>
            <a:r>
              <a:rPr lang="en-GB" sz="3200" dirty="0"/>
              <a:t>How it works and Tips</a:t>
            </a:r>
            <a:endParaRPr lang="en-GB" sz="4800" dirty="0"/>
          </a:p>
        </p:txBody>
      </p:sp>
      <p:sp>
        <p:nvSpPr>
          <p:cNvPr id="3" name="Subtitle 2">
            <a:extLst>
              <a:ext uri="{FF2B5EF4-FFF2-40B4-BE49-F238E27FC236}">
                <a16:creationId xmlns:a16="http://schemas.microsoft.com/office/drawing/2014/main" id="{0B2F9DB3-F897-6C64-9544-1F2A4F1D046E}"/>
              </a:ext>
            </a:extLst>
          </p:cNvPr>
          <p:cNvSpPr>
            <a:spLocks noGrp="1"/>
          </p:cNvSpPr>
          <p:nvPr>
            <p:ph type="subTitle" idx="1"/>
          </p:nvPr>
        </p:nvSpPr>
        <p:spPr/>
        <p:txBody>
          <a:bodyPr/>
          <a:lstStyle/>
          <a:p>
            <a:r>
              <a:rPr lang="en-GB" dirty="0"/>
              <a:t>Damian Dunkley</a:t>
            </a:r>
          </a:p>
          <a:p>
            <a:r>
              <a:rPr lang="en-GB" dirty="0"/>
              <a:t>13</a:t>
            </a:r>
            <a:r>
              <a:rPr lang="en-GB" baseline="30000" dirty="0"/>
              <a:t>th</a:t>
            </a:r>
            <a:r>
              <a:rPr lang="en-GB" dirty="0"/>
              <a:t> February 2026</a:t>
            </a:r>
          </a:p>
          <a:p>
            <a:r>
              <a:rPr lang="en-GB" dirty="0"/>
              <a:t>ITP |Jan 26</a:t>
            </a:r>
          </a:p>
        </p:txBody>
      </p:sp>
    </p:spTree>
    <p:extLst>
      <p:ext uri="{BB962C8B-B14F-4D97-AF65-F5344CB8AC3E}">
        <p14:creationId xmlns:p14="http://schemas.microsoft.com/office/powerpoint/2010/main" val="3644495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6CEC1E-189B-8A11-251D-2748456211A2}"/>
              </a:ext>
            </a:extLst>
          </p:cNvPr>
          <p:cNvSpPr/>
          <p:nvPr/>
        </p:nvSpPr>
        <p:spPr>
          <a:xfrm>
            <a:off x="1455313" y="2215166"/>
            <a:ext cx="4069724" cy="2498502"/>
          </a:xfrm>
          <a:prstGeom prst="rect">
            <a:avLst/>
          </a:prstGeom>
          <a:solidFill>
            <a:srgbClr val="1950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Content Placeholder 8" descr="A modern, professional office environment with diverse professionals engaged in networking and collaboration, digital devices visible, and a subtle overlay of abstract network connections to evoke LinkedIn’s digital networking theme. The composition should allow for a centered title overlay and convey a sense of opportunity and career growth. No visible or implied text, letters, or words should appear anywhere in the image">
            <a:extLst>
              <a:ext uri="{FF2B5EF4-FFF2-40B4-BE49-F238E27FC236}">
                <a16:creationId xmlns:a16="http://schemas.microsoft.com/office/drawing/2014/main" id="{D72147CE-9C6E-0E87-DB04-BEB3DD12F58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03646" y="1099945"/>
            <a:ext cx="4941446" cy="4941446"/>
          </a:xfrm>
          <a:prstGeom prst="rect">
            <a:avLst/>
          </a:prstGeom>
        </p:spPr>
      </p:pic>
      <p:sp>
        <p:nvSpPr>
          <p:cNvPr id="10" name="Title 1">
            <a:extLst>
              <a:ext uri="{FF2B5EF4-FFF2-40B4-BE49-F238E27FC236}">
                <a16:creationId xmlns:a16="http://schemas.microsoft.com/office/drawing/2014/main" id="{8C5F9DE9-7BFA-6A1A-31D8-52A15A837C88}"/>
              </a:ext>
            </a:extLst>
          </p:cNvPr>
          <p:cNvSpPr txBox="1">
            <a:spLocks/>
          </p:cNvSpPr>
          <p:nvPr/>
        </p:nvSpPr>
        <p:spPr>
          <a:xfrm>
            <a:off x="781318" y="1644784"/>
            <a:ext cx="5314682" cy="23876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4800" b="0" i="0" u="none" strike="noStrike" kern="1200" cap="none" spc="0" normalizeH="0" baseline="0" noProof="0" dirty="0">
                <a:ln>
                  <a:noFill/>
                </a:ln>
                <a:solidFill>
                  <a:schemeClr val="bg1"/>
                </a:solidFill>
                <a:effectLst/>
                <a:uLnTx/>
                <a:uFillTx/>
                <a:latin typeface="Aptos Display" panose="02110004020202020204"/>
                <a:ea typeface="+mj-ea"/>
                <a:cs typeface="+mj-cs"/>
              </a:rPr>
              <a:t>Using LinkedIn- </a:t>
            </a:r>
            <a:br>
              <a:rPr kumimoji="0" lang="en-GB" sz="4800" b="0" i="0" u="none" strike="noStrike" kern="1200" cap="none" spc="0" normalizeH="0" baseline="0" noProof="0" dirty="0">
                <a:ln>
                  <a:noFill/>
                </a:ln>
                <a:solidFill>
                  <a:schemeClr val="bg1"/>
                </a:solidFill>
                <a:effectLst/>
                <a:uLnTx/>
                <a:uFillTx/>
                <a:latin typeface="Aptos Display" panose="02110004020202020204"/>
                <a:ea typeface="+mj-ea"/>
                <a:cs typeface="+mj-cs"/>
              </a:rPr>
            </a:br>
            <a:r>
              <a:rPr kumimoji="0" lang="en-GB" sz="3200" b="0" i="0" u="none" strike="noStrike" kern="1200" cap="none" spc="0" normalizeH="0" baseline="0" noProof="0" dirty="0">
                <a:ln>
                  <a:noFill/>
                </a:ln>
                <a:solidFill>
                  <a:schemeClr val="bg1"/>
                </a:solidFill>
                <a:effectLst/>
                <a:uLnTx/>
                <a:uFillTx/>
                <a:latin typeface="Aptos Display" panose="02110004020202020204"/>
                <a:ea typeface="+mj-ea"/>
                <a:cs typeface="+mj-cs"/>
              </a:rPr>
              <a:t>How it works and Tips</a:t>
            </a:r>
            <a:endParaRPr kumimoji="0" lang="en-GB" sz="4800" b="0" i="0" u="none" strike="noStrike" kern="1200" cap="none" spc="0" normalizeH="0" baseline="0" noProof="0" dirty="0">
              <a:ln>
                <a:noFill/>
              </a:ln>
              <a:solidFill>
                <a:schemeClr val="bg1"/>
              </a:solidFill>
              <a:effectLst/>
              <a:uLnTx/>
              <a:uFillTx/>
              <a:latin typeface="Aptos Display" panose="02110004020202020204"/>
              <a:ea typeface="+mj-ea"/>
              <a:cs typeface="+mj-cs"/>
            </a:endParaRPr>
          </a:p>
        </p:txBody>
      </p:sp>
      <p:sp>
        <p:nvSpPr>
          <p:cNvPr id="11" name="Subtitle 2">
            <a:extLst>
              <a:ext uri="{FF2B5EF4-FFF2-40B4-BE49-F238E27FC236}">
                <a16:creationId xmlns:a16="http://schemas.microsoft.com/office/drawing/2014/main" id="{6496A3D9-53EF-4BB9-6B34-AE66FE35298F}"/>
              </a:ext>
            </a:extLst>
          </p:cNvPr>
          <p:cNvSpPr txBox="1">
            <a:spLocks/>
          </p:cNvSpPr>
          <p:nvPr/>
        </p:nvSpPr>
        <p:spPr>
          <a:xfrm>
            <a:off x="781318" y="3429000"/>
            <a:ext cx="5314682"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dirty="0">
                <a:ln>
                  <a:noFill/>
                </a:ln>
                <a:solidFill>
                  <a:schemeClr val="bg1"/>
                </a:solidFill>
                <a:effectLst/>
                <a:uLnTx/>
                <a:uFillTx/>
                <a:latin typeface="Aptos" panose="02110004020202020204"/>
                <a:ea typeface="+mn-ea"/>
                <a:cs typeface="+mn-cs"/>
              </a:rPr>
              <a:t>Damian Dunkley</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dirty="0">
                <a:ln>
                  <a:noFill/>
                </a:ln>
                <a:solidFill>
                  <a:schemeClr val="bg1"/>
                </a:solidFill>
                <a:effectLst/>
                <a:uLnTx/>
                <a:uFillTx/>
                <a:latin typeface="Aptos" panose="02110004020202020204"/>
                <a:ea typeface="+mn-ea"/>
                <a:cs typeface="+mn-cs"/>
              </a:rPr>
              <a:t>13</a:t>
            </a:r>
            <a:r>
              <a:rPr kumimoji="0" lang="en-GB" sz="1800" b="0" i="0" u="none" strike="noStrike" kern="1200" cap="none" spc="0" normalizeH="0" baseline="30000" noProof="0" dirty="0">
                <a:ln>
                  <a:noFill/>
                </a:ln>
                <a:solidFill>
                  <a:schemeClr val="bg1"/>
                </a:solidFill>
                <a:effectLst/>
                <a:uLnTx/>
                <a:uFillTx/>
                <a:latin typeface="Aptos" panose="02110004020202020204"/>
                <a:ea typeface="+mn-ea"/>
                <a:cs typeface="+mn-cs"/>
              </a:rPr>
              <a:t>th</a:t>
            </a:r>
            <a:r>
              <a:rPr kumimoji="0" lang="en-GB" sz="1800" b="0" i="0" u="none" strike="noStrike" kern="1200" cap="none" spc="0" normalizeH="0" baseline="0" noProof="0" dirty="0">
                <a:ln>
                  <a:noFill/>
                </a:ln>
                <a:solidFill>
                  <a:schemeClr val="bg1"/>
                </a:solidFill>
                <a:effectLst/>
                <a:uLnTx/>
                <a:uFillTx/>
                <a:latin typeface="Aptos" panose="02110004020202020204"/>
                <a:ea typeface="+mn-ea"/>
                <a:cs typeface="+mn-cs"/>
              </a:rPr>
              <a:t> February 2026</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dirty="0">
                <a:ln>
                  <a:noFill/>
                </a:ln>
                <a:solidFill>
                  <a:schemeClr val="bg1"/>
                </a:solidFill>
                <a:effectLst/>
                <a:uLnTx/>
                <a:uFillTx/>
                <a:latin typeface="Aptos" panose="02110004020202020204"/>
                <a:ea typeface="+mn-ea"/>
                <a:cs typeface="+mn-cs"/>
              </a:rPr>
              <a:t>ITP |Jan 26</a:t>
            </a:r>
          </a:p>
        </p:txBody>
      </p:sp>
    </p:spTree>
    <p:extLst>
      <p:ext uri="{BB962C8B-B14F-4D97-AF65-F5344CB8AC3E}">
        <p14:creationId xmlns:p14="http://schemas.microsoft.com/office/powerpoint/2010/main" val="3017200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F945AB-5D04-9875-921C-FD2E9151D464}"/>
              </a:ext>
            </a:extLst>
          </p:cNvPr>
          <p:cNvSpPr>
            <a:spLocks noGrp="1"/>
          </p:cNvSpPr>
          <p:nvPr>
            <p:ph type="body" sz="quarter" idx="10"/>
          </p:nvPr>
        </p:nvSpPr>
        <p:spPr>
          <a:xfrm>
            <a:off x="498251" y="2690946"/>
            <a:ext cx="3420000" cy="3355208"/>
          </a:xfrm>
        </p:spPr>
        <p:txBody>
          <a:bodyPr/>
          <a:lstStyle/>
          <a:p>
            <a:pPr marL="171450" indent="-171450">
              <a:buFont typeface="Arial" panose="020B0604020202020204" pitchFamily="34" charset="0"/>
              <a:buChar char="•"/>
            </a:pPr>
            <a:r>
              <a:rPr lang="en-GB" sz="1400" dirty="0"/>
              <a:t>There are 7m people in the UK on LinkedIn with an “Open to Work banner” – have to stand out</a:t>
            </a:r>
          </a:p>
          <a:p>
            <a:pPr marL="171450" indent="-171450">
              <a:buFont typeface="Arial" panose="020B0604020202020204" pitchFamily="34" charset="0"/>
              <a:buChar char="•"/>
            </a:pPr>
            <a:r>
              <a:rPr lang="en-GB" sz="1400" dirty="0"/>
              <a:t>CV and profile must align and be consistent- Recruiters are most likely to view profile and not CV</a:t>
            </a:r>
          </a:p>
          <a:p>
            <a:pPr marL="352425" lvl="2" indent="-171450"/>
            <a:r>
              <a:rPr lang="en-GB" sz="1400" dirty="0"/>
              <a:t>Profiles with endorsed skills see higher attention, with interview chances up 19%-according to LinkedIn</a:t>
            </a:r>
          </a:p>
          <a:p>
            <a:pPr marL="352425" lvl="2" indent="-171450"/>
            <a:r>
              <a:rPr lang="en-GB" sz="1400" dirty="0"/>
              <a:t>Keywords have to be included as a hygiene factor. </a:t>
            </a:r>
          </a:p>
          <a:p>
            <a:pPr marL="171450" indent="-171450">
              <a:buFont typeface="Arial" panose="020B0604020202020204" pitchFamily="34" charset="0"/>
              <a:buChar char="•"/>
            </a:pPr>
            <a:endParaRPr lang="en-GB" sz="1400" dirty="0"/>
          </a:p>
          <a:p>
            <a:pPr marL="171450" indent="-171450">
              <a:buFont typeface="Arial" panose="020B0604020202020204" pitchFamily="34" charset="0"/>
              <a:buChar char="•"/>
            </a:pPr>
            <a:endParaRPr lang="en-GB" sz="1400" dirty="0"/>
          </a:p>
        </p:txBody>
      </p:sp>
      <p:sp>
        <p:nvSpPr>
          <p:cNvPr id="4" name="Title 3">
            <a:extLst>
              <a:ext uri="{FF2B5EF4-FFF2-40B4-BE49-F238E27FC236}">
                <a16:creationId xmlns:a16="http://schemas.microsoft.com/office/drawing/2014/main" id="{15DE25BB-9F92-FA60-1225-CBAFDFB8ACE3}"/>
              </a:ext>
            </a:extLst>
          </p:cNvPr>
          <p:cNvSpPr>
            <a:spLocks noGrp="1"/>
          </p:cNvSpPr>
          <p:nvPr>
            <p:ph type="title"/>
          </p:nvPr>
        </p:nvSpPr>
        <p:spPr>
          <a:xfrm>
            <a:off x="479522" y="542400"/>
            <a:ext cx="9025086" cy="386128"/>
          </a:xfrm>
        </p:spPr>
        <p:txBody>
          <a:bodyPr/>
          <a:lstStyle/>
          <a:p>
            <a:r>
              <a:rPr lang="en-GB" sz="2000" dirty="0"/>
              <a:t>LinkedIn is a Tool, not a Platform</a:t>
            </a:r>
          </a:p>
        </p:txBody>
      </p:sp>
      <p:sp>
        <p:nvSpPr>
          <p:cNvPr id="5" name="Text Placeholder 4">
            <a:extLst>
              <a:ext uri="{FF2B5EF4-FFF2-40B4-BE49-F238E27FC236}">
                <a16:creationId xmlns:a16="http://schemas.microsoft.com/office/drawing/2014/main" id="{5C5AA5B3-6663-EE89-4F85-3542F72E1143}"/>
              </a:ext>
            </a:extLst>
          </p:cNvPr>
          <p:cNvSpPr>
            <a:spLocks noGrp="1"/>
          </p:cNvSpPr>
          <p:nvPr>
            <p:ph type="body" sz="quarter" idx="15"/>
          </p:nvPr>
        </p:nvSpPr>
        <p:spPr>
          <a:xfrm>
            <a:off x="480489" y="926400"/>
            <a:ext cx="9025086" cy="386128"/>
          </a:xfrm>
        </p:spPr>
        <p:txBody>
          <a:bodyPr/>
          <a:lstStyle/>
          <a:p>
            <a:r>
              <a:rPr lang="en-GB" sz="2000" dirty="0"/>
              <a:t>Maximise your opportunity to be seen-The old recruitment (JD &amp;CV) is broken </a:t>
            </a:r>
          </a:p>
        </p:txBody>
      </p:sp>
      <p:sp>
        <p:nvSpPr>
          <p:cNvPr id="6" name="Rectangle 5">
            <a:extLst>
              <a:ext uri="{FF2B5EF4-FFF2-40B4-BE49-F238E27FC236}">
                <a16:creationId xmlns:a16="http://schemas.microsoft.com/office/drawing/2014/main" id="{D64D6624-1D16-2D48-CB07-3C33FF26E959}"/>
              </a:ext>
            </a:extLst>
          </p:cNvPr>
          <p:cNvSpPr/>
          <p:nvPr/>
        </p:nvSpPr>
        <p:spPr>
          <a:xfrm>
            <a:off x="479522" y="1696528"/>
            <a:ext cx="3420000" cy="914400"/>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t>Use all the my profile sections</a:t>
            </a:r>
          </a:p>
        </p:txBody>
      </p:sp>
      <p:sp>
        <p:nvSpPr>
          <p:cNvPr id="7" name="Text Placeholder 1">
            <a:extLst>
              <a:ext uri="{FF2B5EF4-FFF2-40B4-BE49-F238E27FC236}">
                <a16:creationId xmlns:a16="http://schemas.microsoft.com/office/drawing/2014/main" id="{AB94F033-C7E6-F39B-CAF5-78A9181F4DA6}"/>
              </a:ext>
            </a:extLst>
          </p:cNvPr>
          <p:cNvSpPr txBox="1">
            <a:spLocks/>
          </p:cNvSpPr>
          <p:nvPr/>
        </p:nvSpPr>
        <p:spPr>
          <a:xfrm>
            <a:off x="4386000" y="2690946"/>
            <a:ext cx="3420000" cy="3355208"/>
          </a:xfrm>
          <a:prstGeom prst="rect">
            <a:avLst/>
          </a:prstGeom>
        </p:spPr>
        <p:txBody>
          <a:bodyPr lIns="0" tIns="0" rIns="0" bIns="0"/>
          <a:lstStyle>
            <a:lvl1pPr marL="0" marR="0" indent="0" algn="l" defTabSz="457200" rtl="0" eaLnBrk="1" fontAlgn="auto" latinLnBrk="0" hangingPunct="1">
              <a:lnSpc>
                <a:spcPct val="100000"/>
              </a:lnSpc>
              <a:spcBef>
                <a:spcPts val="0"/>
              </a:spcBef>
              <a:spcAft>
                <a:spcPts val="600"/>
              </a:spcAft>
              <a:buClrTx/>
              <a:buSzTx/>
              <a:buFont typeface="Arial" panose="020B0604020202020204" pitchFamily="34" charset="0"/>
              <a:buNone/>
              <a:tabLst/>
              <a:defRPr sz="1000" b="0" i="0" kern="1200" baseline="0">
                <a:solidFill>
                  <a:schemeClr val="accent6">
                    <a:lumMod val="25000"/>
                  </a:schemeClr>
                </a:solidFill>
                <a:latin typeface="Tahoma"/>
                <a:ea typeface="+mn-ea"/>
                <a:cs typeface="Tahoma"/>
              </a:defRPr>
            </a:lvl1pPr>
            <a:lvl2pPr marL="0" indent="0" algn="l" defTabSz="914400" rtl="0" eaLnBrk="1" latinLnBrk="0" hangingPunct="1">
              <a:spcBef>
                <a:spcPct val="20000"/>
              </a:spcBef>
              <a:buFont typeface="Arial" panose="020B0604020202020204" pitchFamily="34" charset="0"/>
              <a:buNone/>
              <a:defRPr sz="1000" b="0" i="0" kern="1200" baseline="0">
                <a:solidFill>
                  <a:schemeClr val="accent6">
                    <a:lumMod val="25000"/>
                  </a:schemeClr>
                </a:solidFill>
                <a:latin typeface="Tahoma"/>
                <a:ea typeface="+mn-ea"/>
                <a:cs typeface="Tahoma"/>
              </a:defRPr>
            </a:lvl2pPr>
            <a:lvl3pPr marL="180975" indent="-180975" algn="l" defTabSz="914400" rtl="0" eaLnBrk="1" latinLnBrk="0" hangingPunct="1">
              <a:spcBef>
                <a:spcPct val="20000"/>
              </a:spcBef>
              <a:buFont typeface="Arial" panose="020B0604020202020204" pitchFamily="34" charset="0"/>
              <a:buChar char="•"/>
              <a:defRPr sz="1000" b="0" i="0" kern="1200" baseline="0">
                <a:solidFill>
                  <a:schemeClr val="accent6">
                    <a:lumMod val="25000"/>
                  </a:schemeClr>
                </a:solidFill>
                <a:latin typeface="Tahoma"/>
                <a:ea typeface="+mn-ea"/>
                <a:cs typeface="Tahoma"/>
              </a:defRPr>
            </a:lvl3pPr>
            <a:lvl4pPr marL="355600" indent="-174625" algn="l" defTabSz="914400" rtl="0" eaLnBrk="1" latinLnBrk="0" hangingPunct="1">
              <a:spcBef>
                <a:spcPct val="20000"/>
              </a:spcBef>
              <a:buFont typeface="Arial" panose="020B0604020202020204" pitchFamily="34" charset="0"/>
              <a:buChar char="•"/>
              <a:defRPr sz="1000" b="0" i="0" kern="1200" baseline="0">
                <a:solidFill>
                  <a:schemeClr val="accent6">
                    <a:lumMod val="25000"/>
                  </a:schemeClr>
                </a:solidFill>
                <a:latin typeface="Tahoma"/>
                <a:ea typeface="+mn-ea"/>
                <a:cs typeface="Tahoma"/>
              </a:defRPr>
            </a:lvl4pPr>
            <a:lvl5pPr marL="536575" indent="-180975" algn="l" defTabSz="914400" rtl="0" eaLnBrk="1" latinLnBrk="0" hangingPunct="1">
              <a:spcBef>
                <a:spcPct val="20000"/>
              </a:spcBef>
              <a:buFont typeface="Arial" panose="020B0604020202020204" pitchFamily="34" charset="0"/>
              <a:buChar char="•"/>
              <a:defRPr sz="1000" b="0" i="0" kern="1200" baseline="0">
                <a:solidFill>
                  <a:schemeClr val="accent6">
                    <a:lumMod val="25000"/>
                  </a:schemeClr>
                </a:solidFill>
                <a:latin typeface="Tahoma"/>
                <a:ea typeface="+mn-ea"/>
                <a:cs typeface="Tahoma"/>
              </a:defRPr>
            </a:lvl5pPr>
            <a:lvl6pPr marL="719138" indent="-182563" algn="l" defTabSz="914400" rtl="0" eaLnBrk="1" latinLnBrk="0" hangingPunct="1">
              <a:spcBef>
                <a:spcPct val="20000"/>
              </a:spcBef>
              <a:buFont typeface="Arial" panose="020B0604020202020204" pitchFamily="34" charset="0"/>
              <a:buChar char="•"/>
              <a:defRPr sz="1100" b="0" i="0" kern="1200">
                <a:solidFill>
                  <a:schemeClr val="tx1"/>
                </a:solidFill>
                <a:latin typeface="Tahoma"/>
                <a:ea typeface="+mn-ea"/>
                <a:cs typeface="Tahoma"/>
              </a:defRPr>
            </a:lvl6pPr>
            <a:lvl7pPr marL="900113" indent="-180975" algn="l" defTabSz="914400" rtl="0" eaLnBrk="1" latinLnBrk="0" hangingPunct="1">
              <a:spcBef>
                <a:spcPct val="20000"/>
              </a:spcBef>
              <a:buFont typeface="Arial" panose="020B0604020202020204" pitchFamily="34" charset="0"/>
              <a:buChar char="•"/>
              <a:defRPr sz="1100" b="0" i="0" kern="1200">
                <a:solidFill>
                  <a:schemeClr val="tx1"/>
                </a:solidFill>
                <a:latin typeface="Tahoma"/>
                <a:ea typeface="+mn-ea"/>
                <a:cs typeface="Tahoma"/>
              </a:defRPr>
            </a:lvl7pPr>
            <a:lvl8pPr marL="1074738" indent="-174625" algn="l" defTabSz="914400" rtl="0" eaLnBrk="1" latinLnBrk="0" hangingPunct="1">
              <a:spcBef>
                <a:spcPct val="20000"/>
              </a:spcBef>
              <a:buFont typeface="Arial" panose="020B0604020202020204" pitchFamily="34" charset="0"/>
              <a:buChar char="•"/>
              <a:defRPr sz="1100" b="0" i="0" kern="1200">
                <a:solidFill>
                  <a:schemeClr val="tx1"/>
                </a:solidFill>
                <a:latin typeface="Tahoma"/>
                <a:ea typeface="+mn-ea"/>
                <a:cs typeface="Tahoma"/>
              </a:defRPr>
            </a:lvl8pPr>
            <a:lvl9pPr marL="1255713" indent="-180975" algn="l" defTabSz="914400" rtl="0" eaLnBrk="1" latinLnBrk="0" hangingPunct="1">
              <a:spcBef>
                <a:spcPct val="20000"/>
              </a:spcBef>
              <a:buFont typeface="Arial" panose="020B0604020202020204" pitchFamily="34" charset="0"/>
              <a:buChar char="•"/>
              <a:defRPr sz="1100" b="0" i="0" kern="1200">
                <a:solidFill>
                  <a:schemeClr val="tx1"/>
                </a:solidFill>
                <a:latin typeface="Tahoma"/>
                <a:ea typeface="+mn-ea"/>
                <a:cs typeface="Tahoma"/>
              </a:defRPr>
            </a:lvl9pPr>
          </a:lstStyle>
          <a:p>
            <a:pPr marL="171450" indent="-171450">
              <a:buFont typeface="Arial" panose="020B0604020202020204" pitchFamily="34" charset="0"/>
              <a:buChar char="•"/>
            </a:pPr>
            <a:r>
              <a:rPr lang="en-GB" sz="1400" dirty="0"/>
              <a:t>Prioritise relevance –similar to Google, not Meta. </a:t>
            </a:r>
          </a:p>
          <a:p>
            <a:pPr marL="171450" indent="-171450">
              <a:buFont typeface="Arial" panose="020B0604020202020204" pitchFamily="34" charset="0"/>
              <a:buChar char="•"/>
            </a:pPr>
            <a:r>
              <a:rPr lang="en-GB" sz="1400" dirty="0"/>
              <a:t>Moved from a single algorithm to a multi-layered AI-driven ranking systems last year. </a:t>
            </a:r>
          </a:p>
          <a:p>
            <a:pPr marL="352425" lvl="2" indent="-171450"/>
            <a:r>
              <a:rPr lang="en-GB" sz="1400" dirty="0"/>
              <a:t>Key measures are dwell time-what you read and interact with will impact what you see on Home feed.</a:t>
            </a:r>
          </a:p>
          <a:p>
            <a:pPr marL="352425" lvl="2" indent="-171450"/>
            <a:r>
              <a:rPr lang="en-GB" sz="1400" dirty="0"/>
              <a:t>Aim for as broad, wide and comprehensive Network as possible. </a:t>
            </a:r>
          </a:p>
          <a:p>
            <a:pPr lvl="2" indent="0">
              <a:buNone/>
            </a:pPr>
            <a:endParaRPr lang="en-GB" sz="1400" dirty="0"/>
          </a:p>
          <a:p>
            <a:pPr marL="171450" indent="-171450">
              <a:buFont typeface="Arial" panose="020B0604020202020204" pitchFamily="34" charset="0"/>
              <a:buChar char="•"/>
            </a:pPr>
            <a:endParaRPr lang="en-GB" sz="1400" dirty="0"/>
          </a:p>
        </p:txBody>
      </p:sp>
      <p:sp>
        <p:nvSpPr>
          <p:cNvPr id="8" name="Rectangle 7">
            <a:extLst>
              <a:ext uri="{FF2B5EF4-FFF2-40B4-BE49-F238E27FC236}">
                <a16:creationId xmlns:a16="http://schemas.microsoft.com/office/drawing/2014/main" id="{96D6BD7E-50E9-DF87-88BB-4A8D33FF039C}"/>
              </a:ext>
            </a:extLst>
          </p:cNvPr>
          <p:cNvSpPr/>
          <p:nvPr/>
        </p:nvSpPr>
        <p:spPr>
          <a:xfrm>
            <a:off x="4376635" y="1696528"/>
            <a:ext cx="3420000" cy="914400"/>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t>Changes to algorithm </a:t>
            </a:r>
          </a:p>
        </p:txBody>
      </p:sp>
      <p:sp>
        <p:nvSpPr>
          <p:cNvPr id="9" name="Text Placeholder 1">
            <a:extLst>
              <a:ext uri="{FF2B5EF4-FFF2-40B4-BE49-F238E27FC236}">
                <a16:creationId xmlns:a16="http://schemas.microsoft.com/office/drawing/2014/main" id="{49E70150-D4E1-C0D2-7190-C228B7C72D65}"/>
              </a:ext>
            </a:extLst>
          </p:cNvPr>
          <p:cNvSpPr txBox="1">
            <a:spLocks/>
          </p:cNvSpPr>
          <p:nvPr/>
        </p:nvSpPr>
        <p:spPr>
          <a:xfrm>
            <a:off x="8273749" y="2690946"/>
            <a:ext cx="3420000" cy="3355208"/>
          </a:xfrm>
          <a:prstGeom prst="rect">
            <a:avLst/>
          </a:prstGeom>
        </p:spPr>
        <p:txBody>
          <a:bodyPr lIns="0" tIns="0" rIns="0" bIns="0"/>
          <a:lstStyle>
            <a:lvl1pPr marL="0" marR="0" indent="0" algn="l" defTabSz="457200" rtl="0" eaLnBrk="1" fontAlgn="auto" latinLnBrk="0" hangingPunct="1">
              <a:lnSpc>
                <a:spcPct val="100000"/>
              </a:lnSpc>
              <a:spcBef>
                <a:spcPts val="0"/>
              </a:spcBef>
              <a:spcAft>
                <a:spcPts val="600"/>
              </a:spcAft>
              <a:buClrTx/>
              <a:buSzTx/>
              <a:buFont typeface="Arial" panose="020B0604020202020204" pitchFamily="34" charset="0"/>
              <a:buNone/>
              <a:tabLst/>
              <a:defRPr sz="1000" b="0" i="0" kern="1200" baseline="0">
                <a:solidFill>
                  <a:schemeClr val="accent6">
                    <a:lumMod val="25000"/>
                  </a:schemeClr>
                </a:solidFill>
                <a:latin typeface="Tahoma"/>
                <a:ea typeface="+mn-ea"/>
                <a:cs typeface="Tahoma"/>
              </a:defRPr>
            </a:lvl1pPr>
            <a:lvl2pPr marL="0" indent="0" algn="l" defTabSz="914400" rtl="0" eaLnBrk="1" latinLnBrk="0" hangingPunct="1">
              <a:spcBef>
                <a:spcPct val="20000"/>
              </a:spcBef>
              <a:buFont typeface="Arial" panose="020B0604020202020204" pitchFamily="34" charset="0"/>
              <a:buNone/>
              <a:defRPr sz="1000" b="0" i="0" kern="1200" baseline="0">
                <a:solidFill>
                  <a:schemeClr val="accent6">
                    <a:lumMod val="25000"/>
                  </a:schemeClr>
                </a:solidFill>
                <a:latin typeface="Tahoma"/>
                <a:ea typeface="+mn-ea"/>
                <a:cs typeface="Tahoma"/>
              </a:defRPr>
            </a:lvl2pPr>
            <a:lvl3pPr marL="180975" indent="-180975" algn="l" defTabSz="914400" rtl="0" eaLnBrk="1" latinLnBrk="0" hangingPunct="1">
              <a:spcBef>
                <a:spcPct val="20000"/>
              </a:spcBef>
              <a:buFont typeface="Arial" panose="020B0604020202020204" pitchFamily="34" charset="0"/>
              <a:buChar char="•"/>
              <a:defRPr sz="1000" b="0" i="0" kern="1200" baseline="0">
                <a:solidFill>
                  <a:schemeClr val="accent6">
                    <a:lumMod val="25000"/>
                  </a:schemeClr>
                </a:solidFill>
                <a:latin typeface="Tahoma"/>
                <a:ea typeface="+mn-ea"/>
                <a:cs typeface="Tahoma"/>
              </a:defRPr>
            </a:lvl3pPr>
            <a:lvl4pPr marL="355600" indent="-174625" algn="l" defTabSz="914400" rtl="0" eaLnBrk="1" latinLnBrk="0" hangingPunct="1">
              <a:spcBef>
                <a:spcPct val="20000"/>
              </a:spcBef>
              <a:buFont typeface="Arial" panose="020B0604020202020204" pitchFamily="34" charset="0"/>
              <a:buChar char="•"/>
              <a:defRPr sz="1000" b="0" i="0" kern="1200" baseline="0">
                <a:solidFill>
                  <a:schemeClr val="accent6">
                    <a:lumMod val="25000"/>
                  </a:schemeClr>
                </a:solidFill>
                <a:latin typeface="Tahoma"/>
                <a:ea typeface="+mn-ea"/>
                <a:cs typeface="Tahoma"/>
              </a:defRPr>
            </a:lvl4pPr>
            <a:lvl5pPr marL="536575" indent="-180975" algn="l" defTabSz="914400" rtl="0" eaLnBrk="1" latinLnBrk="0" hangingPunct="1">
              <a:spcBef>
                <a:spcPct val="20000"/>
              </a:spcBef>
              <a:buFont typeface="Arial" panose="020B0604020202020204" pitchFamily="34" charset="0"/>
              <a:buChar char="•"/>
              <a:defRPr sz="1000" b="0" i="0" kern="1200" baseline="0">
                <a:solidFill>
                  <a:schemeClr val="accent6">
                    <a:lumMod val="25000"/>
                  </a:schemeClr>
                </a:solidFill>
                <a:latin typeface="Tahoma"/>
                <a:ea typeface="+mn-ea"/>
                <a:cs typeface="Tahoma"/>
              </a:defRPr>
            </a:lvl5pPr>
            <a:lvl6pPr marL="719138" indent="-182563" algn="l" defTabSz="914400" rtl="0" eaLnBrk="1" latinLnBrk="0" hangingPunct="1">
              <a:spcBef>
                <a:spcPct val="20000"/>
              </a:spcBef>
              <a:buFont typeface="Arial" panose="020B0604020202020204" pitchFamily="34" charset="0"/>
              <a:buChar char="•"/>
              <a:defRPr sz="1100" b="0" i="0" kern="1200">
                <a:solidFill>
                  <a:schemeClr val="tx1"/>
                </a:solidFill>
                <a:latin typeface="Tahoma"/>
                <a:ea typeface="+mn-ea"/>
                <a:cs typeface="Tahoma"/>
              </a:defRPr>
            </a:lvl6pPr>
            <a:lvl7pPr marL="900113" indent="-180975" algn="l" defTabSz="914400" rtl="0" eaLnBrk="1" latinLnBrk="0" hangingPunct="1">
              <a:spcBef>
                <a:spcPct val="20000"/>
              </a:spcBef>
              <a:buFont typeface="Arial" panose="020B0604020202020204" pitchFamily="34" charset="0"/>
              <a:buChar char="•"/>
              <a:defRPr sz="1100" b="0" i="0" kern="1200">
                <a:solidFill>
                  <a:schemeClr val="tx1"/>
                </a:solidFill>
                <a:latin typeface="Tahoma"/>
                <a:ea typeface="+mn-ea"/>
                <a:cs typeface="Tahoma"/>
              </a:defRPr>
            </a:lvl7pPr>
            <a:lvl8pPr marL="1074738" indent="-174625" algn="l" defTabSz="914400" rtl="0" eaLnBrk="1" latinLnBrk="0" hangingPunct="1">
              <a:spcBef>
                <a:spcPct val="20000"/>
              </a:spcBef>
              <a:buFont typeface="Arial" panose="020B0604020202020204" pitchFamily="34" charset="0"/>
              <a:buChar char="•"/>
              <a:defRPr sz="1100" b="0" i="0" kern="1200">
                <a:solidFill>
                  <a:schemeClr val="tx1"/>
                </a:solidFill>
                <a:latin typeface="Tahoma"/>
                <a:ea typeface="+mn-ea"/>
                <a:cs typeface="Tahoma"/>
              </a:defRPr>
            </a:lvl8pPr>
            <a:lvl9pPr marL="1255713" indent="-180975" algn="l" defTabSz="914400" rtl="0" eaLnBrk="1" latinLnBrk="0" hangingPunct="1">
              <a:spcBef>
                <a:spcPct val="20000"/>
              </a:spcBef>
              <a:buFont typeface="Arial" panose="020B0604020202020204" pitchFamily="34" charset="0"/>
              <a:buChar char="•"/>
              <a:defRPr sz="1100" b="0" i="0" kern="1200">
                <a:solidFill>
                  <a:schemeClr val="tx1"/>
                </a:solidFill>
                <a:latin typeface="Tahoma"/>
                <a:ea typeface="+mn-ea"/>
                <a:cs typeface="Tahoma"/>
              </a:defRPr>
            </a:lvl9pPr>
          </a:lstStyle>
          <a:p>
            <a:pPr marL="171450" indent="-171450">
              <a:buFont typeface="Arial" panose="020B0604020202020204" pitchFamily="34" charset="0"/>
              <a:buChar char="•"/>
            </a:pPr>
            <a:r>
              <a:rPr lang="en-GB" sz="1400" dirty="0"/>
              <a:t>Engagement is rewarded- </a:t>
            </a:r>
            <a:r>
              <a:rPr lang="en-GB" sz="1400" dirty="0">
                <a:solidFill>
                  <a:srgbClr val="0D0B2C"/>
                </a:solidFill>
                <a:latin typeface="Arial" panose="020B0604020202020204" pitchFamily="34" charset="0"/>
              </a:rPr>
              <a:t>Comments and shares carry more weight than likes.</a:t>
            </a:r>
            <a:r>
              <a:rPr lang="en-GB" sz="1400" dirty="0"/>
              <a:t> </a:t>
            </a:r>
          </a:p>
          <a:p>
            <a:pPr marL="352425" lvl="2" indent="-171450"/>
            <a:r>
              <a:rPr lang="en-GB" sz="1400" dirty="0">
                <a:solidFill>
                  <a:srgbClr val="0D0B2C"/>
                </a:solidFill>
                <a:latin typeface="Arial" panose="020B0604020202020204" pitchFamily="34" charset="0"/>
              </a:rPr>
              <a:t>Rich media and activity in the first hour increase amplification.</a:t>
            </a:r>
            <a:r>
              <a:rPr lang="en-GB" sz="1400" dirty="0"/>
              <a:t> </a:t>
            </a:r>
          </a:p>
          <a:p>
            <a:pPr marL="352425" lvl="2" indent="-171450"/>
            <a:r>
              <a:rPr lang="en-GB" sz="1400" dirty="0"/>
              <a:t>#Hashtags reduce relevance – only use if want to interact with those who search for them. </a:t>
            </a:r>
          </a:p>
          <a:p>
            <a:pPr marL="352425" lvl="2" indent="-171450"/>
            <a:r>
              <a:rPr lang="en-GB" sz="1400" dirty="0"/>
              <a:t>Reposting is disliked by LinkedIn- prefer interaction with Post. </a:t>
            </a:r>
          </a:p>
          <a:p>
            <a:pPr marL="352425" lvl="2" indent="-171450"/>
            <a:endParaRPr lang="en-GB" sz="1400" dirty="0"/>
          </a:p>
          <a:p>
            <a:pPr marL="171450" indent="-171450">
              <a:buFont typeface="Arial" panose="020B0604020202020204" pitchFamily="34" charset="0"/>
              <a:buChar char="•"/>
            </a:pPr>
            <a:endParaRPr lang="en-GB" sz="1400" dirty="0"/>
          </a:p>
        </p:txBody>
      </p:sp>
      <p:sp>
        <p:nvSpPr>
          <p:cNvPr id="10" name="Rectangle 9">
            <a:extLst>
              <a:ext uri="{FF2B5EF4-FFF2-40B4-BE49-F238E27FC236}">
                <a16:creationId xmlns:a16="http://schemas.microsoft.com/office/drawing/2014/main" id="{500A9323-2159-78B8-5F56-239C9A706308}"/>
              </a:ext>
            </a:extLst>
          </p:cNvPr>
          <p:cNvSpPr/>
          <p:nvPr/>
        </p:nvSpPr>
        <p:spPr>
          <a:xfrm>
            <a:off x="8273749" y="1696528"/>
            <a:ext cx="3420000" cy="914400"/>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t>Not all Posts equal</a:t>
            </a:r>
          </a:p>
        </p:txBody>
      </p:sp>
    </p:spTree>
    <p:extLst>
      <p:ext uri="{BB962C8B-B14F-4D97-AF65-F5344CB8AC3E}">
        <p14:creationId xmlns:p14="http://schemas.microsoft.com/office/powerpoint/2010/main" val="4071300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47F729-9D9D-CB4B-4CF2-0EE84540F0F6}"/>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EAB285E6-8414-A884-2F7C-0AD02159B5D8}"/>
              </a:ext>
            </a:extLst>
          </p:cNvPr>
          <p:cNvSpPr>
            <a:spLocks noGrp="1"/>
          </p:cNvSpPr>
          <p:nvPr>
            <p:ph type="body" sz="quarter" idx="18"/>
          </p:nvPr>
        </p:nvSpPr>
        <p:spPr/>
        <p:txBody>
          <a:bodyPr/>
          <a:lstStyle/>
          <a:p>
            <a:endParaRPr lang="en-GB"/>
          </a:p>
        </p:txBody>
      </p:sp>
      <p:sp>
        <p:nvSpPr>
          <p:cNvPr id="4" name="Title 3">
            <a:extLst>
              <a:ext uri="{FF2B5EF4-FFF2-40B4-BE49-F238E27FC236}">
                <a16:creationId xmlns:a16="http://schemas.microsoft.com/office/drawing/2014/main" id="{1B4A8E07-8F1E-E941-04D5-782CECAFDCDA}"/>
              </a:ext>
            </a:extLst>
          </p:cNvPr>
          <p:cNvSpPr>
            <a:spLocks noGrp="1"/>
          </p:cNvSpPr>
          <p:nvPr>
            <p:ph type="title"/>
          </p:nvPr>
        </p:nvSpPr>
        <p:spPr/>
        <p:txBody>
          <a:bodyPr/>
          <a:lstStyle/>
          <a:p>
            <a:endParaRPr lang="en-GB"/>
          </a:p>
        </p:txBody>
      </p:sp>
      <p:sp>
        <p:nvSpPr>
          <p:cNvPr id="5" name="Text Placeholder 4">
            <a:extLst>
              <a:ext uri="{FF2B5EF4-FFF2-40B4-BE49-F238E27FC236}">
                <a16:creationId xmlns:a16="http://schemas.microsoft.com/office/drawing/2014/main" id="{A58CF669-6202-0E55-3DE8-DFC2F0BC9280}"/>
              </a:ext>
            </a:extLst>
          </p:cNvPr>
          <p:cNvSpPr>
            <a:spLocks noGrp="1"/>
          </p:cNvSpPr>
          <p:nvPr>
            <p:ph type="body" sz="quarter" idx="15"/>
          </p:nvPr>
        </p:nvSpPr>
        <p:spPr/>
        <p:txBody>
          <a:bodyPr/>
          <a:lstStyle/>
          <a:p>
            <a:endParaRPr lang="en-GB"/>
          </a:p>
        </p:txBody>
      </p:sp>
    </p:spTree>
    <p:extLst>
      <p:ext uri="{BB962C8B-B14F-4D97-AF65-F5344CB8AC3E}">
        <p14:creationId xmlns:p14="http://schemas.microsoft.com/office/powerpoint/2010/main" val="4077263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4A7846EB-8EC4-4E5B-B3FE-4C8A3AE52CDD}"/>
              </a:ext>
            </a:extLst>
          </p:cNvPr>
          <p:cNvSpPr txBox="1"/>
          <p:nvPr/>
        </p:nvSpPr>
        <p:spPr>
          <a:xfrm>
            <a:off x="806673" y="2040595"/>
            <a:ext cx="4391025" cy="461665"/>
          </a:xfrm>
          <a:prstGeom prst="rect">
            <a:avLst/>
          </a:prstGeom>
          <a:noFill/>
        </p:spPr>
        <p:txBody>
          <a:bodyPr wrap="square" rtlCol="0">
            <a:spAutoFit/>
          </a:bodyPr>
          <a:lstStyle/>
          <a:p>
            <a:pPr marL="0" algn="l">
              <a:buNone/>
            </a:pPr>
            <a:r>
              <a:rPr lang="en-GB" sz="2400" b="1" dirty="0">
                <a:solidFill>
                  <a:srgbClr val="0D0B2C"/>
                </a:solidFill>
                <a:effectLst/>
                <a:latin typeface="+mj-lt"/>
              </a:rPr>
              <a:t>Content wins</a:t>
            </a:r>
            <a:endParaRPr lang="en-GB" sz="2400" dirty="0">
              <a:latin typeface="+mj-lt"/>
            </a:endParaRPr>
          </a:p>
        </p:txBody>
      </p:sp>
      <p:sp>
        <p:nvSpPr>
          <p:cNvPr id="15" name="TextBox 14">
            <a:extLst>
              <a:ext uri="{FF2B5EF4-FFF2-40B4-BE49-F238E27FC236}">
                <a16:creationId xmlns:a16="http://schemas.microsoft.com/office/drawing/2014/main" id="{429EC795-DDB9-478A-915D-5C1C2E394E8A}"/>
              </a:ext>
            </a:extLst>
          </p:cNvPr>
          <p:cNvSpPr txBox="1"/>
          <p:nvPr/>
        </p:nvSpPr>
        <p:spPr>
          <a:xfrm>
            <a:off x="806673" y="3213783"/>
            <a:ext cx="4391025" cy="461665"/>
          </a:xfrm>
          <a:prstGeom prst="rect">
            <a:avLst/>
          </a:prstGeom>
          <a:noFill/>
        </p:spPr>
        <p:txBody>
          <a:bodyPr wrap="square" rtlCol="0">
            <a:spAutoFit/>
          </a:bodyPr>
          <a:lstStyle/>
          <a:p>
            <a:pPr marL="0" algn="l">
              <a:spcBef>
                <a:spcPts val="1200"/>
              </a:spcBef>
              <a:buNone/>
            </a:pPr>
            <a:r>
              <a:rPr lang="en-GB" sz="2400" b="1" dirty="0">
                <a:solidFill>
                  <a:srgbClr val="0D0B2C"/>
                </a:solidFill>
                <a:latin typeface="+mj-lt"/>
              </a:rPr>
              <a:t>Get Responses Early</a:t>
            </a:r>
            <a:endParaRPr lang="en-GB" sz="2400" dirty="0">
              <a:latin typeface="+mj-lt"/>
            </a:endParaRPr>
          </a:p>
        </p:txBody>
      </p:sp>
      <p:sp>
        <p:nvSpPr>
          <p:cNvPr id="17" name="TextBox 16">
            <a:extLst>
              <a:ext uri="{FF2B5EF4-FFF2-40B4-BE49-F238E27FC236}">
                <a16:creationId xmlns:a16="http://schemas.microsoft.com/office/drawing/2014/main" id="{43C09A0B-C359-4B87-AD56-1AD9B2148BD0}"/>
              </a:ext>
            </a:extLst>
          </p:cNvPr>
          <p:cNvSpPr txBox="1"/>
          <p:nvPr/>
        </p:nvSpPr>
        <p:spPr>
          <a:xfrm>
            <a:off x="806673" y="4336929"/>
            <a:ext cx="4391025" cy="461665"/>
          </a:xfrm>
          <a:prstGeom prst="rect">
            <a:avLst/>
          </a:prstGeom>
          <a:noFill/>
        </p:spPr>
        <p:txBody>
          <a:bodyPr wrap="square" rtlCol="0">
            <a:spAutoFit/>
          </a:bodyPr>
          <a:lstStyle/>
          <a:p>
            <a:pPr marL="0" algn="l">
              <a:spcBef>
                <a:spcPts val="1200"/>
              </a:spcBef>
              <a:buNone/>
            </a:pPr>
            <a:r>
              <a:rPr sz="2400" b="1" dirty="0">
                <a:solidFill>
                  <a:srgbClr val="0D0B2C"/>
                </a:solidFill>
                <a:effectLst/>
                <a:latin typeface="+mj-lt"/>
              </a:rPr>
              <a:t>Tailor for relevance</a:t>
            </a:r>
            <a:r>
              <a:rPr sz="2400" dirty="0">
                <a:effectLst/>
                <a:latin typeface="+mj-lt"/>
              </a:rPr>
              <a:t> </a:t>
            </a:r>
            <a:endParaRPr lang="en-GB" sz="2400" dirty="0">
              <a:latin typeface="+mj-lt"/>
            </a:endParaRPr>
          </a:p>
        </p:txBody>
      </p:sp>
      <p:sp>
        <p:nvSpPr>
          <p:cNvPr id="2" name="Title 1">
            <a:extLst>
              <a:ext uri="{FF2B5EF4-FFF2-40B4-BE49-F238E27FC236}">
                <a16:creationId xmlns:a16="http://schemas.microsoft.com/office/drawing/2014/main" id="{0397FB2E-7090-07DD-2109-D7287DDB7482}"/>
              </a:ext>
            </a:extLst>
          </p:cNvPr>
          <p:cNvSpPr>
            <a:spLocks noGrp="1"/>
          </p:cNvSpPr>
          <p:nvPr>
            <p:ph type="title"/>
          </p:nvPr>
        </p:nvSpPr>
        <p:spPr>
          <a:xfrm>
            <a:off x="479522" y="542400"/>
            <a:ext cx="9025086" cy="386128"/>
          </a:xfrm>
        </p:spPr>
        <p:txBody>
          <a:bodyPr anchor="t"/>
          <a:lstStyle/>
          <a:p>
            <a:r>
              <a:rPr lang="en-GB" sz="2400" dirty="0"/>
              <a:t>LinkedIn Uses AI driven rankings-not a single Algorithm</a:t>
            </a:r>
          </a:p>
        </p:txBody>
      </p:sp>
      <p:sp>
        <p:nvSpPr>
          <p:cNvPr id="23" name="Text Placeholder 22">
            <a:extLst>
              <a:ext uri="{FF2B5EF4-FFF2-40B4-BE49-F238E27FC236}">
                <a16:creationId xmlns:a16="http://schemas.microsoft.com/office/drawing/2014/main" id="{2E5A1851-D98A-4E78-B6FB-8761D9EBDBD3}"/>
              </a:ext>
            </a:extLst>
          </p:cNvPr>
          <p:cNvSpPr>
            <a:spLocks noGrp="1"/>
          </p:cNvSpPr>
          <p:nvPr>
            <p:ph type="body" sz="quarter" idx="15"/>
          </p:nvPr>
        </p:nvSpPr>
        <p:spPr>
          <a:xfrm>
            <a:off x="480489" y="926400"/>
            <a:ext cx="9025086" cy="386128"/>
          </a:xfrm>
        </p:spPr>
        <p:txBody>
          <a:bodyPr/>
          <a:lstStyle/>
          <a:p>
            <a:r>
              <a:rPr lang="en-GB" dirty="0"/>
              <a:t>It prioritised relevance and engagement</a:t>
            </a:r>
          </a:p>
        </p:txBody>
      </p:sp>
      <p:sp>
        <p:nvSpPr>
          <p:cNvPr id="6" name="Date Placeholder 5">
            <a:extLst>
              <a:ext uri="{FF2B5EF4-FFF2-40B4-BE49-F238E27FC236}">
                <a16:creationId xmlns:a16="http://schemas.microsoft.com/office/drawing/2014/main" id="{5D7C4A4A-CA70-829F-5653-A5299D53D3B8}"/>
              </a:ext>
            </a:extLst>
          </p:cNvPr>
          <p:cNvSpPr>
            <a:spLocks noGrp="1"/>
          </p:cNvSpPr>
          <p:nvPr>
            <p:ph type="dt" sz="half" idx="4294967295"/>
          </p:nvPr>
        </p:nvSpPr>
        <p:spPr>
          <a:xfrm>
            <a:off x="0" y="0"/>
            <a:ext cx="0" cy="0"/>
          </a:xfrm>
        </p:spPr>
        <p:txBody>
          <a:bodyPr/>
          <a:lstStyle/>
          <a:p>
            <a:endParaRPr lang="en-US" dirty="0"/>
          </a:p>
        </p:txBody>
      </p:sp>
      <p:sp>
        <p:nvSpPr>
          <p:cNvPr id="7" name="Slide Number Placeholder 6">
            <a:extLst>
              <a:ext uri="{FF2B5EF4-FFF2-40B4-BE49-F238E27FC236}">
                <a16:creationId xmlns:a16="http://schemas.microsoft.com/office/drawing/2014/main" id="{E8505E3C-B90A-4E88-0B07-EB4191AAB1AA}"/>
              </a:ext>
            </a:extLst>
          </p:cNvPr>
          <p:cNvSpPr>
            <a:spLocks noGrp="1"/>
          </p:cNvSpPr>
          <p:nvPr>
            <p:ph type="sldNum" sz="quarter" idx="4294967295"/>
          </p:nvPr>
        </p:nvSpPr>
        <p:spPr>
          <a:xfrm>
            <a:off x="0" y="0"/>
            <a:ext cx="0" cy="0"/>
          </a:xfrm>
        </p:spPr>
        <p:txBody>
          <a:bodyPr/>
          <a:lstStyle/>
          <a:p>
            <a:fld id="{AEAA3239-9EA4-4A65-A281-97F994456D9F}" type="slidenum">
              <a:rPr lang="en-US" smtClean="0"/>
              <a:t>5</a:t>
            </a:fld>
            <a:endParaRPr lang="en-US" dirty="0"/>
          </a:p>
        </p:txBody>
      </p:sp>
      <p:sp>
        <p:nvSpPr>
          <p:cNvPr id="12" name="TextBox 11">
            <a:extLst>
              <a:ext uri="{FF2B5EF4-FFF2-40B4-BE49-F238E27FC236}">
                <a16:creationId xmlns:a16="http://schemas.microsoft.com/office/drawing/2014/main" id="{32F08A8D-3375-47E5-B9DD-DB1F1F1820AD}"/>
              </a:ext>
            </a:extLst>
          </p:cNvPr>
          <p:cNvSpPr txBox="1"/>
          <p:nvPr/>
        </p:nvSpPr>
        <p:spPr>
          <a:xfrm>
            <a:off x="806673" y="2363420"/>
            <a:ext cx="4391025" cy="239910"/>
          </a:xfrm>
          <a:prstGeom prst="rect">
            <a:avLst/>
          </a:prstGeom>
          <a:noFill/>
        </p:spPr>
        <p:txBody>
          <a:bodyPr wrap="square" rtlCol="0">
            <a:noAutofit/>
          </a:bodyPr>
          <a:lstStyle/>
          <a:p>
            <a:pPr marL="0" algn="l">
              <a:spcBef>
                <a:spcPts val="600"/>
              </a:spcBef>
              <a:buNone/>
            </a:pPr>
            <a:r>
              <a:rPr sz="1400" b="0" dirty="0">
                <a:solidFill>
                  <a:srgbClr val="0D0B2C"/>
                </a:solidFill>
                <a:effectLst/>
              </a:rPr>
              <a:t>Comments and shares carry more weight than likes.</a:t>
            </a:r>
            <a:r>
              <a:rPr sz="1400" dirty="0">
                <a:effectLst/>
              </a:rPr>
              <a:t> </a:t>
            </a:r>
            <a:endParaRPr lang="en-GB" sz="1400" dirty="0"/>
          </a:p>
        </p:txBody>
      </p:sp>
      <p:sp>
        <p:nvSpPr>
          <p:cNvPr id="16" name="TextBox 15">
            <a:extLst>
              <a:ext uri="{FF2B5EF4-FFF2-40B4-BE49-F238E27FC236}">
                <a16:creationId xmlns:a16="http://schemas.microsoft.com/office/drawing/2014/main" id="{2B98D7FA-9E4E-48B2-B251-86933E1A38F9}"/>
              </a:ext>
            </a:extLst>
          </p:cNvPr>
          <p:cNvSpPr txBox="1"/>
          <p:nvPr/>
        </p:nvSpPr>
        <p:spPr>
          <a:xfrm>
            <a:off x="806673" y="3557072"/>
            <a:ext cx="4391025" cy="479821"/>
          </a:xfrm>
          <a:prstGeom prst="rect">
            <a:avLst/>
          </a:prstGeom>
          <a:noFill/>
        </p:spPr>
        <p:txBody>
          <a:bodyPr wrap="square" rtlCol="0">
            <a:noAutofit/>
          </a:bodyPr>
          <a:lstStyle/>
          <a:p>
            <a:pPr marL="0" algn="l">
              <a:spcBef>
                <a:spcPts val="600"/>
              </a:spcBef>
              <a:buNone/>
            </a:pPr>
            <a:r>
              <a:rPr sz="1400" b="0" dirty="0">
                <a:solidFill>
                  <a:srgbClr val="0D0B2C"/>
                </a:solidFill>
                <a:effectLst/>
              </a:rPr>
              <a:t>Rich media and activity in the first hour increase amplification.</a:t>
            </a:r>
            <a:r>
              <a:rPr sz="1400" dirty="0">
                <a:effectLst/>
              </a:rPr>
              <a:t> </a:t>
            </a:r>
            <a:endParaRPr lang="en-GB" sz="1400" dirty="0"/>
          </a:p>
        </p:txBody>
      </p:sp>
      <p:sp>
        <p:nvSpPr>
          <p:cNvPr id="18" name="TextBox 17">
            <a:extLst>
              <a:ext uri="{FF2B5EF4-FFF2-40B4-BE49-F238E27FC236}">
                <a16:creationId xmlns:a16="http://schemas.microsoft.com/office/drawing/2014/main" id="{665B0E71-BE45-4C34-9F7B-3E13AC29D272}"/>
              </a:ext>
            </a:extLst>
          </p:cNvPr>
          <p:cNvSpPr txBox="1"/>
          <p:nvPr/>
        </p:nvSpPr>
        <p:spPr>
          <a:xfrm>
            <a:off x="806673" y="4618809"/>
            <a:ext cx="4391025" cy="479821"/>
          </a:xfrm>
          <a:prstGeom prst="rect">
            <a:avLst/>
          </a:prstGeom>
          <a:noFill/>
        </p:spPr>
        <p:txBody>
          <a:bodyPr wrap="square" rtlCol="0">
            <a:noAutofit/>
          </a:bodyPr>
          <a:lstStyle/>
          <a:p>
            <a:pPr marL="0" algn="l">
              <a:spcBef>
                <a:spcPts val="600"/>
              </a:spcBef>
              <a:buNone/>
            </a:pPr>
            <a:r>
              <a:rPr sz="1400" b="0" dirty="0">
                <a:solidFill>
                  <a:srgbClr val="0D0B2C"/>
                </a:solidFill>
                <a:effectLst/>
              </a:rPr>
              <a:t>Align topics to audience interests, connections, and behavior.</a:t>
            </a:r>
            <a:r>
              <a:rPr sz="1400" dirty="0">
                <a:effectLst/>
              </a:rPr>
              <a:t> </a:t>
            </a:r>
            <a:endParaRPr lang="en-GB" sz="1400" dirty="0">
              <a:effectLst/>
            </a:endParaRPr>
          </a:p>
          <a:p>
            <a:pPr marL="0" algn="l">
              <a:spcBef>
                <a:spcPts val="600"/>
              </a:spcBef>
              <a:buNone/>
            </a:pPr>
            <a:r>
              <a:rPr lang="en-GB" sz="1400" dirty="0"/>
              <a:t>#tags reduce relevance – but improve targeting</a:t>
            </a:r>
          </a:p>
        </p:txBody>
      </p:sp>
    </p:spTree>
    <p:extLst>
      <p:ext uri="{BB962C8B-B14F-4D97-AF65-F5344CB8AC3E}">
        <p14:creationId xmlns:p14="http://schemas.microsoft.com/office/powerpoint/2010/main" val="3540527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9C95CDC-B8EB-DF34-CFEE-DB5D63D4D6F4}"/>
              </a:ext>
            </a:extLst>
          </p:cNvPr>
          <p:cNvSpPr>
            <a:spLocks noGrp="1"/>
          </p:cNvSpPr>
          <p:nvPr>
            <p:ph type="body" sz="quarter" idx="10"/>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487677" y="1818628"/>
            <a:ext cx="5472856" cy="4266717"/>
          </a:xfrm>
        </p:spPr>
        <p:txBody>
          <a:bodyPr>
            <a:normAutofit/>
          </a:bodyPr>
          <a:lstStyle/>
          <a:p>
            <a:pPr marL="0" indent="0">
              <a:spcBef>
                <a:spcPts val="2500"/>
              </a:spcBef>
              <a:buFont typeface="Arial" panose="020B0604020202020204" pitchFamily="34" charset="0"/>
              <a:buNone/>
            </a:pPr>
            <a:r>
              <a:rPr lang="en-GB" sz="1400" b="1"/>
              <a:t>Add a subtitle​</a:t>
            </a:r>
          </a:p>
          <a:p>
            <a:pPr marL="0" lvl="1" indent="0">
              <a:buFont typeface="Arial" panose="020B0604020202020204" pitchFamily="34" charset="0"/>
              <a:buNone/>
            </a:pPr>
            <a:r>
              <a:rPr lang="en-GB" sz="1400"/>
              <a:t>Give general information about this topic to add depth and clarity. Write short, interesting reference points that don’t need to be read aloud.​</a:t>
            </a:r>
          </a:p>
          <a:p>
            <a:pPr marL="0" indent="0">
              <a:spcBef>
                <a:spcPts val="2500"/>
              </a:spcBef>
              <a:buFont typeface="Arial" panose="020B0604020202020204" pitchFamily="34" charset="0"/>
              <a:buNone/>
            </a:pPr>
            <a:r>
              <a:rPr lang="en-GB" sz="1400" b="1"/>
              <a:t>Add a subtitle</a:t>
            </a:r>
          </a:p>
          <a:p>
            <a:pPr marL="0" lvl="1" indent="0">
              <a:buFont typeface="Arial" panose="020B0604020202020204" pitchFamily="34" charset="0"/>
              <a:buNone/>
            </a:pPr>
            <a:r>
              <a:rPr lang="en-GB" sz="1400"/>
              <a:t>Give general information about this topic to add depth and clarity. Write short, interesting reference points that don’t need to be read aloud.​</a:t>
            </a:r>
          </a:p>
          <a:p>
            <a:pPr marL="0" indent="0">
              <a:spcBef>
                <a:spcPts val="2500"/>
              </a:spcBef>
              <a:buFont typeface="Arial" panose="020B0604020202020204" pitchFamily="34" charset="0"/>
              <a:buNone/>
            </a:pPr>
            <a:r>
              <a:rPr lang="en-GB" sz="1400" b="1"/>
              <a:t>Add a subtitle​</a:t>
            </a:r>
          </a:p>
          <a:p>
            <a:pPr marL="0" lvl="1" indent="0">
              <a:buFont typeface="Arial" panose="020B0604020202020204" pitchFamily="34" charset="0"/>
              <a:buNone/>
            </a:pPr>
            <a:r>
              <a:rPr lang="en-GB" sz="1400"/>
              <a:t>Give general information about this topic to add depth and clarity. Write short, interesting reference points that don’t need to be read aloud.​</a:t>
            </a:r>
          </a:p>
        </p:txBody>
      </p:sp>
      <p:sp>
        <p:nvSpPr>
          <p:cNvPr id="15" name="Text Placeholder 2">
            <a:extLst>
              <a:ext uri="{FF2B5EF4-FFF2-40B4-BE49-F238E27FC236}">
                <a16:creationId xmlns:a16="http://schemas.microsoft.com/office/drawing/2014/main" id="{F4AAC073-197F-5462-AEDC-6B6F676801C3}"/>
              </a:ext>
            </a:extLst>
          </p:cNvPr>
          <p:cNvSpPr>
            <a:spLocks noGrp="1"/>
          </p:cNvSpPr>
          <p:nvPr>
            <p:ph type="body" sz="quarter" idx="18"/>
          </p:nvPr>
        </p:nvSpPr>
        <p:spPr>
          <a:xfrm>
            <a:off x="6231464" y="1816725"/>
            <a:ext cx="5472853" cy="4268619"/>
          </a:xfrm>
        </p:spPr>
        <p:txBody>
          <a:bodyPr/>
          <a:lstStyle/>
          <a:p>
            <a:endParaRPr lang="en-US"/>
          </a:p>
        </p:txBody>
      </p:sp>
      <p:sp>
        <p:nvSpPr>
          <p:cNvPr id="4" name="Title 3">
            <a:extLst>
              <a:ext uri="{FF2B5EF4-FFF2-40B4-BE49-F238E27FC236}">
                <a16:creationId xmlns:a16="http://schemas.microsoft.com/office/drawing/2014/main" id="{B5EFB787-F45C-5855-B1FC-47EDE33B331A}"/>
              </a:ext>
            </a:extLst>
          </p:cNvPr>
          <p:cNvSpPr>
            <a:spLocks noGrp="1"/>
          </p:cNvSpPr>
          <p:nvPr>
            <p:ph type="title"/>
          </p:nvPr>
        </p:nvSpPr>
        <p:spPr>
          <a:xfrm>
            <a:off x="479522" y="542400"/>
            <a:ext cx="7537449" cy="386128"/>
          </a:xfrm>
        </p:spPr>
        <p:txBody>
          <a:bodyPr anchor="t">
            <a:normAutofit/>
          </a:bodyPr>
          <a:lstStyle/>
          <a:p>
            <a:r>
              <a:rPr lang="en-GB"/>
              <a:t>Add a title</a:t>
            </a:r>
          </a:p>
        </p:txBody>
      </p:sp>
      <p:sp>
        <p:nvSpPr>
          <p:cNvPr id="16" name="Text Placeholder 4">
            <a:extLst>
              <a:ext uri="{FF2B5EF4-FFF2-40B4-BE49-F238E27FC236}">
                <a16:creationId xmlns:a16="http://schemas.microsoft.com/office/drawing/2014/main" id="{1BA93ACD-EBAD-26FA-DED6-D2DF6E3A0DFC}"/>
              </a:ext>
            </a:extLst>
          </p:cNvPr>
          <p:cNvSpPr>
            <a:spLocks noGrp="1"/>
          </p:cNvSpPr>
          <p:nvPr>
            <p:ph type="body" sz="quarter" idx="15"/>
          </p:nvPr>
        </p:nvSpPr>
        <p:spPr>
          <a:xfrm>
            <a:off x="480489" y="926400"/>
            <a:ext cx="7537449" cy="386128"/>
          </a:xfrm>
        </p:spPr>
        <p:txBody>
          <a:bodyPr/>
          <a:lstStyle/>
          <a:p>
            <a:endParaRPr lang="en-US"/>
          </a:p>
        </p:txBody>
      </p:sp>
    </p:spTree>
    <p:extLst>
      <p:ext uri="{BB962C8B-B14F-4D97-AF65-F5344CB8AC3E}">
        <p14:creationId xmlns:p14="http://schemas.microsoft.com/office/powerpoint/2010/main" val="3161897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8A8F5CC-C225-5545-8ED6-D94E3260C44A}"/>
              </a:ext>
            </a:extLst>
          </p:cNvPr>
          <p:cNvSpPr>
            <a:spLocks noGrp="1"/>
          </p:cNvSpPr>
          <p:nvPr>
            <p:ph type="body" sz="quarter" idx="10"/>
          </p:nvPr>
        </p:nvSpPr>
        <p:spPr/>
        <p:txBody>
          <a:bodyPr/>
          <a:lstStyle/>
          <a:p>
            <a:endParaRPr lang="en-US"/>
          </a:p>
        </p:txBody>
      </p:sp>
      <p:sp>
        <p:nvSpPr>
          <p:cNvPr id="5" name="Title 4">
            <a:extLst>
              <a:ext uri="{FF2B5EF4-FFF2-40B4-BE49-F238E27FC236}">
                <a16:creationId xmlns:a16="http://schemas.microsoft.com/office/drawing/2014/main" id="{CEF807B8-9985-154B-9330-EDEB57C568FA}"/>
              </a:ext>
            </a:extLst>
          </p:cNvPr>
          <p:cNvSpPr>
            <a:spLocks noGrp="1"/>
          </p:cNvSpPr>
          <p:nvPr>
            <p:ph type="title"/>
          </p:nvPr>
        </p:nvSpPr>
        <p:spPr/>
        <p:txBody>
          <a:bodyPr/>
          <a:lstStyle/>
          <a:p>
            <a:endParaRPr lang="en-US" dirty="0"/>
          </a:p>
        </p:txBody>
      </p:sp>
      <p:sp>
        <p:nvSpPr>
          <p:cNvPr id="7" name="Text Placeholder 6">
            <a:extLst>
              <a:ext uri="{FF2B5EF4-FFF2-40B4-BE49-F238E27FC236}">
                <a16:creationId xmlns:a16="http://schemas.microsoft.com/office/drawing/2014/main" id="{E4C2954C-E051-DE49-8C92-D1FBE5164136}"/>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21535041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Main master">
  <a:themeElements>
    <a:clrScheme name="Custom 4">
      <a:dk1>
        <a:srgbClr val="000000"/>
      </a:dk1>
      <a:lt1>
        <a:srgbClr val="FFFFFF"/>
      </a:lt1>
      <a:dk2>
        <a:srgbClr val="818387"/>
      </a:dk2>
      <a:lt2>
        <a:srgbClr val="D0D0D0"/>
      </a:lt2>
      <a:accent1>
        <a:srgbClr val="0A9C82"/>
      </a:accent1>
      <a:accent2>
        <a:srgbClr val="7159A3"/>
      </a:accent2>
      <a:accent3>
        <a:srgbClr val="818387"/>
      </a:accent3>
      <a:accent4>
        <a:srgbClr val="D0D0D0"/>
      </a:accent4>
      <a:accent5>
        <a:srgbClr val="073B4C"/>
      </a:accent5>
      <a:accent6>
        <a:srgbClr val="818387"/>
      </a:accent6>
      <a:hlink>
        <a:srgbClr val="7558A7"/>
      </a:hlink>
      <a:folHlink>
        <a:srgbClr val="7159A3"/>
      </a:folHlink>
    </a:clrScheme>
    <a:fontScheme name="Tahoma">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defRPr sz="1100" dirty="0" err="1" smtClean="0">
            <a:latin typeface="+mn-lt"/>
            <a:cs typeface="Arial" panose="020B0604020202020204" pitchFamily="34" charset="0"/>
          </a:defRPr>
        </a:defPPr>
      </a:lstStyle>
    </a:txDef>
  </a:objectDefaults>
  <a:extraClrSchemeLst/>
  <a:extLst>
    <a:ext uri="{05A4C25C-085E-4340-85A3-A5531E510DB2}">
      <thm15:themeFamily xmlns:thm15="http://schemas.microsoft.com/office/thememl/2012/main" name="Openreach PPT template 4x3.pptx  -  Read-Only" id="{2319451D-B40D-4EF7-888E-2526647CFBC9}" vid="{2BF98DE4-DB82-4752-A277-6B88A2AEAC8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488</Words>
  <Application>Microsoft Office PowerPoint</Application>
  <PresentationFormat>Widescreen</PresentationFormat>
  <Paragraphs>45</Paragraphs>
  <Slides>7</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vt:i4>
      </vt:variant>
    </vt:vector>
  </HeadingPairs>
  <TitlesOfParts>
    <vt:vector size="13" baseType="lpstr">
      <vt:lpstr>Aptos</vt:lpstr>
      <vt:lpstr>Aptos Display</vt:lpstr>
      <vt:lpstr>Arial</vt:lpstr>
      <vt:lpstr>Tahoma</vt:lpstr>
      <vt:lpstr>Office Theme</vt:lpstr>
      <vt:lpstr>2_Main master</vt:lpstr>
      <vt:lpstr>Using LinkedIn-  How it works and Tips</vt:lpstr>
      <vt:lpstr>PowerPoint Presentation</vt:lpstr>
      <vt:lpstr>LinkedIn is a Tool, not a Platform</vt:lpstr>
      <vt:lpstr>PowerPoint Presentation</vt:lpstr>
      <vt:lpstr>LinkedIn Uses AI driven rankings-not a single Algorithm</vt:lpstr>
      <vt:lpstr>Add a title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Damian Dunkley</dc:creator>
  <cp:lastModifiedBy>Damian Dunkley</cp:lastModifiedBy>
  <cp:revision>1</cp:revision>
  <dcterms:created xsi:type="dcterms:W3CDTF">2026-02-11T10:18:02Z</dcterms:created>
  <dcterms:modified xsi:type="dcterms:W3CDTF">2026-02-12T17:55:52Z</dcterms:modified>
</cp:coreProperties>
</file>